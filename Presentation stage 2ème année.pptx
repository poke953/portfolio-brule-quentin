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5" r:id="rId5"/>
    <p:sldId id="266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007" autoAdjust="0"/>
  </p:normalViewPr>
  <p:slideViewPr>
    <p:cSldViewPr snapToGrid="0">
      <p:cViewPr varScale="1">
        <p:scale>
          <a:sx n="59" d="100"/>
          <a:sy n="59" d="100"/>
        </p:scale>
        <p:origin x="132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ilisateur invité" providerId="Windows Live" clId="Web-{7DF10C54-B4CE-12F0-0B1A-E95F9FB99A4A}"/>
    <pc:docChg chg="delSld modSld">
      <pc:chgData name="Utilisateur invité" userId="" providerId="Windows Live" clId="Web-{7DF10C54-B4CE-12F0-0B1A-E95F9FB99A4A}" dt="2026-01-28T08:29:23.553" v="20" actId="14100"/>
      <pc:docMkLst>
        <pc:docMk/>
      </pc:docMkLst>
      <pc:sldChg chg="del">
        <pc:chgData name="Utilisateur invité" userId="" providerId="Windows Live" clId="Web-{7DF10C54-B4CE-12F0-0B1A-E95F9FB99A4A}" dt="2026-01-28T08:28:32.474" v="0"/>
        <pc:sldMkLst>
          <pc:docMk/>
          <pc:sldMk cId="621877034" sldId="258"/>
        </pc:sldMkLst>
      </pc:sldChg>
      <pc:sldChg chg="addSp modSp">
        <pc:chgData name="Utilisateur invité" userId="" providerId="Windows Live" clId="Web-{7DF10C54-B4CE-12F0-0B1A-E95F9FB99A4A}" dt="2026-01-28T08:29:23.553" v="20" actId="14100"/>
        <pc:sldMkLst>
          <pc:docMk/>
          <pc:sldMk cId="584521698" sldId="259"/>
        </pc:sldMkLst>
        <pc:spChg chg="add mod">
          <ac:chgData name="Utilisateur invité" userId="" providerId="Windows Live" clId="Web-{7DF10C54-B4CE-12F0-0B1A-E95F9FB99A4A}" dt="2026-01-28T08:29:03.005" v="2" actId="14100"/>
          <ac:spMkLst>
            <pc:docMk/>
            <pc:sldMk cId="584521698" sldId="259"/>
            <ac:spMk id="10" creationId="{EF873B9A-616D-5CC7-3334-ABE8D8D3C3D6}"/>
          </ac:spMkLst>
        </pc:spChg>
        <pc:spChg chg="add mod">
          <ac:chgData name="Utilisateur invité" userId="" providerId="Windows Live" clId="Web-{7DF10C54-B4CE-12F0-0B1A-E95F9FB99A4A}" dt="2026-01-28T08:29:23.553" v="20" actId="14100"/>
          <ac:spMkLst>
            <pc:docMk/>
            <pc:sldMk cId="584521698" sldId="259"/>
            <ac:spMk id="18" creationId="{FD9642DC-D4D8-B585-769F-8801AFD83B7D}"/>
          </ac:spMkLst>
        </pc:spChg>
      </pc:sldChg>
    </pc:docChg>
  </pc:docChgLst>
  <pc:docChgLst>
    <pc:chgData name="poke 953" userId="c913613eb4ac0ae9" providerId="LiveId" clId="{2BD3D7C0-2FD8-49BD-87B9-43617CBB1A57}"/>
    <pc:docChg chg="custSel delSld modSld">
      <pc:chgData name="poke 953" userId="c913613eb4ac0ae9" providerId="LiveId" clId="{2BD3D7C0-2FD8-49BD-87B9-43617CBB1A57}" dt="2026-04-29T12:37:44.556" v="189" actId="20577"/>
      <pc:docMkLst>
        <pc:docMk/>
      </pc:docMkLst>
      <pc:sldChg chg="addSp delSp modSp mod">
        <pc:chgData name="poke 953" userId="c913613eb4ac0ae9" providerId="LiveId" clId="{2BD3D7C0-2FD8-49BD-87B9-43617CBB1A57}" dt="2026-04-29T12:37:09.411" v="186" actId="20577"/>
        <pc:sldMkLst>
          <pc:docMk/>
          <pc:sldMk cId="584521698" sldId="259"/>
        </pc:sldMkLst>
        <pc:spChg chg="add del mod">
          <ac:chgData name="poke 953" userId="c913613eb4ac0ae9" providerId="LiveId" clId="{2BD3D7C0-2FD8-49BD-87B9-43617CBB1A57}" dt="2026-04-29T06:48:38.915" v="23" actId="478"/>
          <ac:spMkLst>
            <pc:docMk/>
            <pc:sldMk cId="584521698" sldId="259"/>
            <ac:spMk id="3" creationId="{3D826BD1-9B7B-3BCA-BE35-26EA3803BA39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4" creationId="{FB61AF78-294F-5ADC-75CA-023A10110217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5" creationId="{BB1ADA96-B725-BE34-E630-9D33E744B05D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6" creationId="{A0142AEE-0C94-D858-7941-446787E7AEFC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7" creationId="{73AD3AB8-5E12-3CB3-8868-C5B6BBFDA9C6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8" creationId="{CAB10312-EDD1-1245-A148-89C5171DC268}"/>
          </ac:spMkLst>
        </pc:spChg>
        <pc:spChg chg="add mod">
          <ac:chgData name="poke 953" userId="c913613eb4ac0ae9" providerId="LiveId" clId="{2BD3D7C0-2FD8-49BD-87B9-43617CBB1A57}" dt="2026-04-29T09:41:48.046" v="24"/>
          <ac:spMkLst>
            <pc:docMk/>
            <pc:sldMk cId="584521698" sldId="259"/>
            <ac:spMk id="9" creationId="{8CFEDFC4-DF61-720D-28A9-0E4D4841C5F9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5" creationId="{8F1FE9B9-8F10-3B15-6E52-ABB0813E0618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7" creationId="{8C23E3C4-280F-CC1C-91C6-C9281D65EC19}"/>
          </ac:spMkLst>
        </pc:spChg>
        <pc:spChg chg="add del mod">
          <ac:chgData name="poke 953" userId="c913613eb4ac0ae9" providerId="LiveId" clId="{2BD3D7C0-2FD8-49BD-87B9-43617CBB1A57}" dt="2026-04-29T09:41:55.791" v="27" actId="478"/>
          <ac:spMkLst>
            <pc:docMk/>
            <pc:sldMk cId="584521698" sldId="259"/>
            <ac:spMk id="18" creationId="{5E276831-6B99-B87C-DB57-11631658E38D}"/>
          </ac:spMkLst>
        </pc:spChg>
        <pc:spChg chg="add del mod">
          <ac:chgData name="poke 953" userId="c913613eb4ac0ae9" providerId="LiveId" clId="{2BD3D7C0-2FD8-49BD-87B9-43617CBB1A57}" dt="2026-04-29T09:41:52.162" v="25" actId="478"/>
          <ac:spMkLst>
            <pc:docMk/>
            <pc:sldMk cId="584521698" sldId="259"/>
            <ac:spMk id="19" creationId="{6F6D0FC7-97E5-12CE-C4B9-4430D78CAFD9}"/>
          </ac:spMkLst>
        </pc:spChg>
        <pc:spChg chg="add mod">
          <ac:chgData name="poke 953" userId="c913613eb4ac0ae9" providerId="LiveId" clId="{2BD3D7C0-2FD8-49BD-87B9-43617CBB1A57}" dt="2026-04-29T09:43:32.106" v="35" actId="1076"/>
          <ac:spMkLst>
            <pc:docMk/>
            <pc:sldMk cId="584521698" sldId="259"/>
            <ac:spMk id="20" creationId="{850E2FF4-AC76-296E-47F2-550C8392A667}"/>
          </ac:spMkLst>
        </pc:spChg>
        <pc:spChg chg="add mod">
          <ac:chgData name="poke 953" userId="c913613eb4ac0ae9" providerId="LiveId" clId="{2BD3D7C0-2FD8-49BD-87B9-43617CBB1A57}" dt="2026-04-29T09:43:34.926" v="36" actId="1076"/>
          <ac:spMkLst>
            <pc:docMk/>
            <pc:sldMk cId="584521698" sldId="259"/>
            <ac:spMk id="21" creationId="{245B4CC3-E738-04DB-7225-32B0F7EF1EF6}"/>
          </ac:spMkLst>
        </pc:spChg>
        <pc:spChg chg="add mod">
          <ac:chgData name="poke 953" userId="c913613eb4ac0ae9" providerId="LiveId" clId="{2BD3D7C0-2FD8-49BD-87B9-43617CBB1A57}" dt="2026-04-29T10:03:29.235" v="63" actId="20577"/>
          <ac:spMkLst>
            <pc:docMk/>
            <pc:sldMk cId="584521698" sldId="259"/>
            <ac:spMk id="22" creationId="{12C4B4E8-870E-2B79-3995-EE74C2FEABB3}"/>
          </ac:spMkLst>
        </pc:spChg>
        <pc:spChg chg="add mod">
          <ac:chgData name="poke 953" userId="c913613eb4ac0ae9" providerId="LiveId" clId="{2BD3D7C0-2FD8-49BD-87B9-43617CBB1A57}" dt="2026-04-29T12:37:09.411" v="186" actId="20577"/>
          <ac:spMkLst>
            <pc:docMk/>
            <pc:sldMk cId="584521698" sldId="259"/>
            <ac:spMk id="23" creationId="{7F5F8F0C-A0B9-BFEC-51A7-2C1B6887DECE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3" creationId="{2ACC98AE-D923-DE8C-0194-8BCC926E274C}"/>
          </ac:spMkLst>
        </pc:spChg>
        <pc:spChg chg="del">
          <ac:chgData name="poke 953" userId="c913613eb4ac0ae9" providerId="LiveId" clId="{2BD3D7C0-2FD8-49BD-87B9-43617CBB1A57}" dt="2026-04-26T13:36:13.439" v="2" actId="21"/>
          <ac:spMkLst>
            <pc:docMk/>
            <pc:sldMk cId="584521698" sldId="259"/>
            <ac:spMk id="34" creationId="{5B7B574C-D2AC-8DED-F8F6-2939B03B0DA0}"/>
          </ac:spMkLst>
        </pc:spChg>
        <pc:picChg chg="del mod modCrop">
          <ac:chgData name="poke 953" userId="c913613eb4ac0ae9" providerId="LiveId" clId="{2BD3D7C0-2FD8-49BD-87B9-43617CBB1A57}" dt="2026-04-26T12:27:26.623" v="1" actId="478"/>
          <ac:picMkLst>
            <pc:docMk/>
            <pc:sldMk cId="584521698" sldId="259"/>
            <ac:picMk id="36" creationId="{BDB56CA7-4C8A-C4F0-C5BE-FF4383D0EC4B}"/>
          </ac:picMkLst>
        </pc:pic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0" creationId="{AB3B2E47-A024-FA39-7A6E-FF80B364F151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1" creationId="{52012F18-A58A-2372-655E-048AD8B6B3C3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2" creationId="{8C5801F3-0339-E9E0-1BC9-E42058834BDC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3" creationId="{3A1EC1F4-5993-D02F-EFDF-D51993B8F929}"/>
          </ac:cxnSpMkLst>
        </pc:cxnChg>
        <pc:cxnChg chg="add mod">
          <ac:chgData name="poke 953" userId="c913613eb4ac0ae9" providerId="LiveId" clId="{2BD3D7C0-2FD8-49BD-87B9-43617CBB1A57}" dt="2026-04-29T09:41:48.046" v="24"/>
          <ac:cxnSpMkLst>
            <pc:docMk/>
            <pc:sldMk cId="584521698" sldId="259"/>
            <ac:cxnSpMk id="14" creationId="{55BACE19-13FD-3E84-B3BC-0CAA9BB28879}"/>
          </ac:cxnSpMkLst>
        </pc:cxnChg>
        <pc:cxnChg chg="add mod">
          <ac:chgData name="poke 953" userId="c913613eb4ac0ae9" providerId="LiveId" clId="{2BD3D7C0-2FD8-49BD-87B9-43617CBB1A57}" dt="2026-04-29T09:42:32.805" v="28" actId="1076"/>
          <ac:cxnSpMkLst>
            <pc:docMk/>
            <pc:sldMk cId="584521698" sldId="259"/>
            <ac:cxnSpMk id="16" creationId="{90BF66BE-6807-60C0-BC27-9CAAF0345D43}"/>
          </ac:cxnSpMkLst>
        </pc:cxnChg>
      </pc:sldChg>
      <pc:sldChg chg="del">
        <pc:chgData name="poke 953" userId="c913613eb4ac0ae9" providerId="LiveId" clId="{2BD3D7C0-2FD8-49BD-87B9-43617CBB1A57}" dt="2026-04-29T12:37:23.297" v="187" actId="2696"/>
        <pc:sldMkLst>
          <pc:docMk/>
          <pc:sldMk cId="2328205133" sldId="263"/>
        </pc:sldMkLst>
      </pc:sldChg>
      <pc:sldChg chg="modSp mod">
        <pc:chgData name="poke 953" userId="c913613eb4ac0ae9" providerId="LiveId" clId="{2BD3D7C0-2FD8-49BD-87B9-43617CBB1A57}" dt="2026-04-29T12:37:44.556" v="189" actId="20577"/>
        <pc:sldMkLst>
          <pc:docMk/>
          <pc:sldMk cId="1215615312" sldId="265"/>
        </pc:sldMkLst>
        <pc:spChg chg="mod">
          <ac:chgData name="poke 953" userId="c913613eb4ac0ae9" providerId="LiveId" clId="{2BD3D7C0-2FD8-49BD-87B9-43617CBB1A57}" dt="2026-04-29T12:37:44.556" v="189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  <pc:docChgLst>
    <pc:chgData name="poke 953" userId="c913613eb4ac0ae9" providerId="LiveId" clId="{A2D1C861-733C-41E4-9E6E-00A090B1F20A}"/>
    <pc:docChg chg="undo custSel addSld modSld sldOrd">
      <pc:chgData name="poke 953" userId="c913613eb4ac0ae9" providerId="LiveId" clId="{A2D1C861-733C-41E4-9E6E-00A090B1F20A}" dt="2026-03-25T17:56:29.003" v="769" actId="20577"/>
      <pc:docMkLst>
        <pc:docMk/>
      </pc:docMkLst>
      <pc:sldChg chg="modSp mod modNotesTx">
        <pc:chgData name="poke 953" userId="c913613eb4ac0ae9" providerId="LiveId" clId="{A2D1C861-733C-41E4-9E6E-00A090B1F20A}" dt="2026-03-24T17:42:49.422" v="239" actId="20577"/>
        <pc:sldMkLst>
          <pc:docMk/>
          <pc:sldMk cId="2033124443" sldId="257"/>
        </pc:sldMkLst>
        <pc:spChg chg="mod">
          <ac:chgData name="poke 953" userId="c913613eb4ac0ae9" providerId="LiveId" clId="{A2D1C861-733C-41E4-9E6E-00A090B1F20A}" dt="2026-03-24T17:42:49.422" v="239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mod">
        <pc:chgData name="poke 953" userId="c913613eb4ac0ae9" providerId="LiveId" clId="{A2D1C861-733C-41E4-9E6E-00A090B1F20A}" dt="2026-03-24T20:45:20.632" v="259" actId="1076"/>
        <pc:sldMkLst>
          <pc:docMk/>
          <pc:sldMk cId="584521698" sldId="259"/>
        </pc:sldMkLst>
        <pc:spChg chg="del">
          <ac:chgData name="poke 953" userId="c913613eb4ac0ae9" providerId="LiveId" clId="{A2D1C861-733C-41E4-9E6E-00A090B1F20A}" dt="2026-03-23T12:33:53.544" v="0" actId="478"/>
          <ac:spMkLst>
            <pc:docMk/>
            <pc:sldMk cId="584521698" sldId="259"/>
            <ac:spMk id="3" creationId="{79709071-4425-2740-B8D1-9B89286853C2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3" creationId="{824E1959-E173-7CE7-4A00-696933F4BA8D}"/>
          </ac:spMkLst>
        </pc:spChg>
        <pc:spChg chg="del">
          <ac:chgData name="poke 953" userId="c913613eb4ac0ae9" providerId="LiveId" clId="{A2D1C861-733C-41E4-9E6E-00A090B1F20A}" dt="2026-03-24T15:26:55.929" v="4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8" creationId="{60C32BCE-541F-288E-AC71-5D31FB56FABB}"/>
          </ac:spMkLst>
        </pc:spChg>
        <pc:spChg chg="del mod">
          <ac:chgData name="poke 953" userId="c913613eb4ac0ae9" providerId="LiveId" clId="{A2D1C861-733C-41E4-9E6E-00A090B1F20A}" dt="2026-03-24T15:27:01.694" v="8" actId="478"/>
          <ac:spMkLst>
            <pc:docMk/>
            <pc:sldMk cId="584521698" sldId="259"/>
            <ac:spMk id="9" creationId="{2BFFCAB5-DE67-9473-9566-D6A96E1D995A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0" creationId="{EF873B9A-616D-5CC7-3334-ABE8D8D3C3D6}"/>
          </ac:spMkLst>
        </pc:spChg>
        <pc:spChg chg="del">
          <ac:chgData name="poke 953" userId="c913613eb4ac0ae9" providerId="LiveId" clId="{A2D1C861-733C-41E4-9E6E-00A090B1F20A}" dt="2026-03-24T15:26:58.082" v="5" actId="478"/>
          <ac:spMkLst>
            <pc:docMk/>
            <pc:sldMk cId="584521698" sldId="259"/>
            <ac:spMk id="16" creationId="{B0627B92-AFD2-E960-17C1-98F1A3B87450}"/>
          </ac:spMkLst>
        </pc:spChg>
        <pc:spChg chg="del">
          <ac:chgData name="poke 953" userId="c913613eb4ac0ae9" providerId="LiveId" clId="{A2D1C861-733C-41E4-9E6E-00A090B1F20A}" dt="2026-03-24T15:27:00.157" v="6" actId="478"/>
          <ac:spMkLst>
            <pc:docMk/>
            <pc:sldMk cId="584521698" sldId="259"/>
            <ac:spMk id="18" creationId="{FD9642DC-D4D8-B585-769F-8801AFD83B7D}"/>
          </ac:spMkLst>
        </pc:spChg>
        <pc:spChg chg="add del mod">
          <ac:chgData name="poke 953" userId="c913613eb4ac0ae9" providerId="LiveId" clId="{A2D1C861-733C-41E4-9E6E-00A090B1F20A}" dt="2026-03-24T15:40:02.644" v="143" actId="478"/>
          <ac:spMkLst>
            <pc:docMk/>
            <pc:sldMk cId="584521698" sldId="259"/>
            <ac:spMk id="19" creationId="{8870BAC9-69C5-52D3-1392-F340FD196FBE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0" creationId="{BC7AE9AA-46D4-C7BB-1F61-57B001F6FF07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1" creationId="{68C8DDFB-DF79-4BC3-84A8-41866401CAE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2" creationId="{B8B39519-8331-B7BC-6449-FC2F7D097859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3" creationId="{F66F32C8-7DA6-C9F2-96AD-86A0C260AF78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4" creationId="{91D82A75-39DE-B498-E52F-450B9CCF72C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5" creationId="{5F9B5A94-7F0B-3173-C88C-F62E2EF9253C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6" creationId="{29937819-E818-4CE7-4D24-5E03FFA73B8A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7" creationId="{C0DD7975-C7E8-3B32-0101-8CBEF152C044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8" creationId="{DCAB19AC-A950-30EA-15CC-19E010943BE5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29" creationId="{4C82D0C8-8AE0-94F0-CE61-D67146507DF0}"/>
          </ac:spMkLst>
        </pc:spChg>
        <pc:spChg chg="add del mod">
          <ac:chgData name="poke 953" userId="c913613eb4ac0ae9" providerId="LiveId" clId="{A2D1C861-733C-41E4-9E6E-00A090B1F20A}" dt="2026-03-24T15:31:22.147" v="140" actId="478"/>
          <ac:spMkLst>
            <pc:docMk/>
            <pc:sldMk cId="584521698" sldId="259"/>
            <ac:spMk id="30" creationId="{0D4C2AEB-6CF6-FF24-D73E-EA83DB394D2D}"/>
          </ac:spMkLst>
        </pc:spChg>
        <pc:spChg chg="add mod">
          <ac:chgData name="poke 953" userId="c913613eb4ac0ae9" providerId="LiveId" clId="{A2D1C861-733C-41E4-9E6E-00A090B1F20A}" dt="2026-03-24T20:45:01.131" v="254" actId="1076"/>
          <ac:spMkLst>
            <pc:docMk/>
            <pc:sldMk cId="584521698" sldId="259"/>
            <ac:spMk id="33" creationId="{2ACC98AE-D923-DE8C-0194-8BCC926E274C}"/>
          </ac:spMkLst>
        </pc:spChg>
        <pc:spChg chg="add mod">
          <ac:chgData name="poke 953" userId="c913613eb4ac0ae9" providerId="LiveId" clId="{A2D1C861-733C-41E4-9E6E-00A090B1F20A}" dt="2026-03-24T20:45:09.932" v="257" actId="1076"/>
          <ac:spMkLst>
            <pc:docMk/>
            <pc:sldMk cId="584521698" sldId="259"/>
            <ac:spMk id="34" creationId="{5B7B574C-D2AC-8DED-F8F6-2939B03B0DA0}"/>
          </ac:spMkLst>
        </pc:spChg>
        <pc:picChg chg="add del mod">
          <ac:chgData name="poke 953" userId="c913613eb4ac0ae9" providerId="LiveId" clId="{A2D1C861-733C-41E4-9E6E-00A090B1F20A}" dt="2026-03-24T20:44:17.590" v="243" actId="478"/>
          <ac:picMkLst>
            <pc:docMk/>
            <pc:sldMk cId="584521698" sldId="259"/>
            <ac:picMk id="32" creationId="{940391AC-BBA4-5316-B16A-B21BC0F5539B}"/>
          </ac:picMkLst>
        </pc:picChg>
        <pc:picChg chg="add mod ord">
          <ac:chgData name="poke 953" userId="c913613eb4ac0ae9" providerId="LiveId" clId="{A2D1C861-733C-41E4-9E6E-00A090B1F20A}" dt="2026-03-24T20:45:20.632" v="259" actId="1076"/>
          <ac:picMkLst>
            <pc:docMk/>
            <pc:sldMk cId="584521698" sldId="259"/>
            <ac:picMk id="36" creationId="{BDB56CA7-4C8A-C4F0-C5BE-FF4383D0EC4B}"/>
          </ac:picMkLst>
        </pc:pic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2D1C861-733C-41E4-9E6E-00A090B1F20A}" dt="2026-03-24T15:26:58.082" v="5" actId="478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modSp mod">
        <pc:chgData name="poke 953" userId="c913613eb4ac0ae9" providerId="LiveId" clId="{A2D1C861-733C-41E4-9E6E-00A090B1F20A}" dt="2026-03-25T17:56:29.003" v="769" actId="20577"/>
        <pc:sldMkLst>
          <pc:docMk/>
          <pc:sldMk cId="3556524927" sldId="261"/>
        </pc:sldMkLst>
        <pc:spChg chg="mod">
          <ac:chgData name="poke 953" userId="c913613eb4ac0ae9" providerId="LiveId" clId="{A2D1C861-733C-41E4-9E6E-00A090B1F20A}" dt="2026-03-25T17:56:29.003" v="769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addSp delSp modSp new mod ord">
        <pc:chgData name="poke 953" userId="c913613eb4ac0ae9" providerId="LiveId" clId="{A2D1C861-733C-41E4-9E6E-00A090B1F20A}" dt="2026-03-24T16:18:33.311" v="223" actId="1076"/>
        <pc:sldMkLst>
          <pc:docMk/>
          <pc:sldMk cId="3549418651" sldId="264"/>
        </pc:sldMkLst>
        <pc:spChg chg="mod">
          <ac:chgData name="poke 953" userId="c913613eb4ac0ae9" providerId="LiveId" clId="{A2D1C861-733C-41E4-9E6E-00A090B1F20A}" dt="2026-03-24T16:18:12.085" v="218" actId="20577"/>
          <ac:spMkLst>
            <pc:docMk/>
            <pc:sldMk cId="3549418651" sldId="264"/>
            <ac:spMk id="2" creationId="{7B64D764-780F-6CDE-027F-5EA5B1D9020F}"/>
          </ac:spMkLst>
        </pc:spChg>
        <pc:spChg chg="del">
          <ac:chgData name="poke 953" userId="c913613eb4ac0ae9" providerId="LiveId" clId="{A2D1C861-733C-41E4-9E6E-00A090B1F20A}" dt="2026-03-24T16:18:14.982" v="219" actId="478"/>
          <ac:spMkLst>
            <pc:docMk/>
            <pc:sldMk cId="3549418651" sldId="264"/>
            <ac:spMk id="3" creationId="{C82F06DD-F01A-D8C1-F245-1C79217BE64F}"/>
          </ac:spMkLst>
        </pc:spChg>
        <pc:picChg chg="add mod">
          <ac:chgData name="poke 953" userId="c913613eb4ac0ae9" providerId="LiveId" clId="{A2D1C861-733C-41E4-9E6E-00A090B1F20A}" dt="2026-03-24T16:18:33.311" v="223" actId="1076"/>
          <ac:picMkLst>
            <pc:docMk/>
            <pc:sldMk cId="3549418651" sldId="264"/>
            <ac:picMk id="5" creationId="{0B577FE4-F194-1152-8D61-889E7815050A}"/>
          </ac:picMkLst>
        </pc:picChg>
      </pc:sldChg>
      <pc:sldChg chg="modSp add mod ord">
        <pc:chgData name="poke 953" userId="c913613eb4ac0ae9" providerId="LiveId" clId="{A2D1C861-733C-41E4-9E6E-00A090B1F20A}" dt="2026-03-25T17:22:26.575" v="328" actId="20577"/>
        <pc:sldMkLst>
          <pc:docMk/>
          <pc:sldMk cId="1215615312" sldId="265"/>
        </pc:sldMkLst>
        <pc:spChg chg="mod">
          <ac:chgData name="poke 953" userId="c913613eb4ac0ae9" providerId="LiveId" clId="{A2D1C861-733C-41E4-9E6E-00A090B1F20A}" dt="2026-03-25T17:22:26.575" v="328" actId="20577"/>
          <ac:spMkLst>
            <pc:docMk/>
            <pc:sldMk cId="1215615312" sldId="265"/>
            <ac:spMk id="3" creationId="{D654BA91-BAEA-6714-9F84-0F10234AA0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84811-7D92-41F6-B58D-401860CE2567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85EDB-9CB5-4924-892C-CEAA459BBE1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268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2187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34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 dirty="0"/>
              <a:t>Stage de 2</a:t>
            </a:r>
            <a:r>
              <a:rPr lang="fr-FR" sz="3600" baseline="30000" dirty="0"/>
              <a:t>ème</a:t>
            </a:r>
            <a:r>
              <a:rPr lang="fr-FR" sz="3600" dirty="0"/>
              <a:t> 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470D390-F084-B05F-FB5C-8761342F8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25942-5DF9-0615-A383-ED35455BF009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lt1">
              <a:alpha val="25000"/>
            </a:schemeClr>
          </a:solidFill>
          <a:effectLst>
            <a:outerShdw blurRad="50800" dist="50800" dir="5400000" sx="1000" sy="1000" algn="ctr" rotWithShape="0">
              <a:srgbClr val="000000">
                <a:alpha val="99000"/>
              </a:srgbClr>
            </a:outerShdw>
            <a:reflection stA="95000" endPos="0" dist="50800" dir="5400000" sy="-100000" algn="bl" rotWithShape="0"/>
            <a:softEdge rad="3175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Date de création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1</a:t>
            </a:r>
            <a:r>
              <a:rPr lang="fr-FR" sz="2800" b="1" baseline="30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er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janvier 2025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Statut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SA à conseil d'administration (S.A.I.)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Chef d'entreprise :</a:t>
            </a:r>
            <a:r>
              <a:rPr lang="fr-FR" sz="28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Christophe Harrigan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Chiffres d'affaires:39,1 Md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11 rue Brillat savarin,13 arrondissement de paris </a:t>
            </a:r>
            <a:endParaRPr lang="fr-F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fr-F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FAA439-639D-283E-D639-A85F2E2B2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Mon stage</a:t>
            </a:r>
            <a:br>
              <a:rPr lang="fr-FR" dirty="0"/>
            </a:br>
            <a:r>
              <a:rPr lang="fr-FR" sz="2000" dirty="0"/>
              <a:t> Organigramme d'entreprise </a:t>
            </a:r>
            <a:endParaRPr lang="fr-FR" sz="2000" b="0" dirty="0"/>
          </a:p>
          <a:p>
            <a:pPr algn="ctr"/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1AF78-294F-5ADC-75CA-023A10110217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ADA96-B725-BE34-E630-9D33E744B05D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42AEE-0C94-D858-7941-446787E7AEFC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D3AB8-5E12-3CB3-8868-C5B6BBFDA9C6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B10312-EDD1-1245-A148-89C5171DC268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FEDFC4-DF61-720D-28A9-0E4D4841C5F9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B3B2E47-A024-FA39-7A6E-FF80B364F151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2012F18-A58A-2372-655E-048AD8B6B3C3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C5801F3-0339-E9E0-1BC9-E42058834BDC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A1EC1F4-5993-D02F-EFDF-D51993B8F929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55BACE19-13FD-3E84-B3BC-0CAA9BB28879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0BF66BE-6807-60C0-BC27-9CAAF0345D43}"/>
              </a:ext>
            </a:extLst>
          </p:cNvPr>
          <p:cNvCxnSpPr/>
          <p:nvPr/>
        </p:nvCxnSpPr>
        <p:spPr>
          <a:xfrm>
            <a:off x="1420265" y="3885647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850E2FF4-AC76-296E-47F2-550C8392A667}"/>
              </a:ext>
            </a:extLst>
          </p:cNvPr>
          <p:cNvSpPr/>
          <p:nvPr/>
        </p:nvSpPr>
        <p:spPr>
          <a:xfrm flipH="1">
            <a:off x="2418490" y="4466086"/>
            <a:ext cx="94020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45B4CC3-E738-04DB-7225-32B0F7EF1EF6}"/>
              </a:ext>
            </a:extLst>
          </p:cNvPr>
          <p:cNvSpPr txBox="1"/>
          <p:nvPr/>
        </p:nvSpPr>
        <p:spPr>
          <a:xfrm>
            <a:off x="3402558" y="4466086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4B4E8-870E-2B79-3995-EE74C2FEABB3}"/>
              </a:ext>
            </a:extLst>
          </p:cNvPr>
          <p:cNvSpPr/>
          <p:nvPr/>
        </p:nvSpPr>
        <p:spPr>
          <a:xfrm>
            <a:off x="416135" y="4332512"/>
            <a:ext cx="1882003" cy="779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Équipe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5F8F0C-A0B9-BFEC-51A7-2C1B6887DECE}"/>
              </a:ext>
            </a:extLst>
          </p:cNvPr>
          <p:cNvSpPr/>
          <p:nvPr/>
        </p:nvSpPr>
        <p:spPr>
          <a:xfrm>
            <a:off x="7566053" y="4021742"/>
            <a:ext cx="3851781" cy="2581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Responsable Data Intelligence</a:t>
            </a:r>
          </a:p>
          <a:p>
            <a:pPr algn="ctr"/>
            <a:r>
              <a:rPr lang="fr-FR" dirty="0"/>
              <a:t>Chef de projet IT</a:t>
            </a:r>
          </a:p>
          <a:p>
            <a:pPr algn="ctr"/>
            <a:r>
              <a:rPr lang="fr-FR" dirty="0"/>
              <a:t>4 Consultant système d’information</a:t>
            </a:r>
          </a:p>
          <a:p>
            <a:pPr algn="ctr"/>
            <a:r>
              <a:rPr lang="fr-FR" dirty="0"/>
              <a:t>2 consultant Data</a:t>
            </a:r>
          </a:p>
          <a:p>
            <a:pPr algn="ctr"/>
            <a:r>
              <a:rPr lang="fr-FR" dirty="0"/>
              <a:t>Un apprentie </a:t>
            </a:r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79AC3E78-E6B5-E37F-7B06-589B9DD1470F}"/>
              </a:ext>
            </a:extLst>
          </p:cNvPr>
          <p:cNvSpPr/>
          <p:nvPr/>
        </p:nvSpPr>
        <p:spPr>
          <a:xfrm>
            <a:off x="5372676" y="4441839"/>
            <a:ext cx="1602223" cy="6463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5615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F4969E-0ECE-4569-D7EE-B573E20E9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556" y="2862871"/>
            <a:ext cx="10653578" cy="1132258"/>
          </a:xfrm>
        </p:spPr>
        <p:txBody>
          <a:bodyPr/>
          <a:lstStyle/>
          <a:p>
            <a:pPr algn="ctr"/>
            <a:r>
              <a:rPr lang="fr-FR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8516954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Grand écran</PresentationFormat>
  <Paragraphs>33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Arial</vt:lpstr>
      <vt:lpstr>Neue Haas Grotesk Text Pro</vt:lpstr>
      <vt:lpstr>VanillaVTI</vt:lpstr>
      <vt:lpstr>Stage de 2ème  année en BTS SIO SLAM</vt:lpstr>
      <vt:lpstr>Présentation</vt:lpstr>
      <vt:lpstr>Mon stage  Organigramme d'entreprise  </vt:lpstr>
      <vt:lpstr>Journée type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poke 953</cp:lastModifiedBy>
  <cp:revision>74</cp:revision>
  <dcterms:created xsi:type="dcterms:W3CDTF">2025-11-15T14:16:45Z</dcterms:created>
  <dcterms:modified xsi:type="dcterms:W3CDTF">2026-05-05T06:00:03Z</dcterms:modified>
</cp:coreProperties>
</file>