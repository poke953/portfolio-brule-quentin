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9" r:id="rId4"/>
    <p:sldId id="264" r:id="rId5"/>
    <p:sldId id="265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00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007" autoAdjust="0"/>
  </p:normalViewPr>
  <p:slideViewPr>
    <p:cSldViewPr snapToGrid="0">
      <p:cViewPr varScale="1">
        <p:scale>
          <a:sx n="59" d="100"/>
          <a:sy n="59" d="100"/>
        </p:scale>
        <p:origin x="132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ke 953" userId="c913613eb4ac0ae9" providerId="LiveId" clId="{A2D1C861-733C-41E4-9E6E-00A090B1F20A}"/>
    <pc:docChg chg="undo custSel addSld modSld sldOrd">
      <pc:chgData name="poke 953" userId="c913613eb4ac0ae9" providerId="LiveId" clId="{A2D1C861-733C-41E4-9E6E-00A090B1F20A}" dt="2026-03-25T17:56:29.003" v="769" actId="20577"/>
      <pc:docMkLst>
        <pc:docMk/>
      </pc:docMkLst>
      <pc:sldChg chg="modSp mod modNotesTx">
        <pc:chgData name="poke 953" userId="c913613eb4ac0ae9" providerId="LiveId" clId="{A2D1C861-733C-41E4-9E6E-00A090B1F20A}" dt="2026-03-24T17:42:49.422" v="239" actId="20577"/>
        <pc:sldMkLst>
          <pc:docMk/>
          <pc:sldMk cId="2033124443" sldId="257"/>
        </pc:sldMkLst>
        <pc:spChg chg="mod">
          <ac:chgData name="poke 953" userId="c913613eb4ac0ae9" providerId="LiveId" clId="{A2D1C861-733C-41E4-9E6E-00A090B1F20A}" dt="2026-03-24T17:42:49.422" v="239" actId="20577"/>
          <ac:spMkLst>
            <pc:docMk/>
            <pc:sldMk cId="2033124443" sldId="257"/>
            <ac:spMk id="3" creationId="{945BE91C-4C09-6560-3210-225079A56955}"/>
          </ac:spMkLst>
        </pc:spChg>
      </pc:sldChg>
      <pc:sldChg chg="addSp delSp modSp mod">
        <pc:chgData name="poke 953" userId="c913613eb4ac0ae9" providerId="LiveId" clId="{A2D1C861-733C-41E4-9E6E-00A090B1F20A}" dt="2026-03-24T20:45:20.632" v="259" actId="1076"/>
        <pc:sldMkLst>
          <pc:docMk/>
          <pc:sldMk cId="584521698" sldId="259"/>
        </pc:sldMkLst>
        <pc:spChg chg="del">
          <ac:chgData name="poke 953" userId="c913613eb4ac0ae9" providerId="LiveId" clId="{A2D1C861-733C-41E4-9E6E-00A090B1F20A}" dt="2026-03-23T12:33:53.544" v="0" actId="478"/>
          <ac:spMkLst>
            <pc:docMk/>
            <pc:sldMk cId="584521698" sldId="259"/>
            <ac:spMk id="3" creationId="{79709071-4425-2740-B8D1-9B89286853C2}"/>
          </ac:spMkLst>
        </pc:spChg>
        <pc:spChg chg="add del mod">
          <ac:chgData name="poke 953" userId="c913613eb4ac0ae9" providerId="LiveId" clId="{A2D1C861-733C-41E4-9E6E-00A090B1F20A}" dt="2026-03-24T15:40:02.644" v="143" actId="478"/>
          <ac:spMkLst>
            <pc:docMk/>
            <pc:sldMk cId="584521698" sldId="259"/>
            <ac:spMk id="3" creationId="{824E1959-E173-7CE7-4A00-696933F4BA8D}"/>
          </ac:spMkLst>
        </pc:spChg>
        <pc:spChg chg="del">
          <ac:chgData name="poke 953" userId="c913613eb4ac0ae9" providerId="LiveId" clId="{A2D1C861-733C-41E4-9E6E-00A090B1F20A}" dt="2026-03-24T15:26:55.929" v="4" actId="478"/>
          <ac:spMkLst>
            <pc:docMk/>
            <pc:sldMk cId="584521698" sldId="259"/>
            <ac:spMk id="4" creationId="{5DC2E94C-8511-6AAF-81FC-C37DAEBE0E19}"/>
          </ac:spMkLst>
        </pc:spChg>
        <pc:spChg chg="del">
          <ac:chgData name="poke 953" userId="c913613eb4ac0ae9" providerId="LiveId" clId="{A2D1C861-733C-41E4-9E6E-00A090B1F20A}" dt="2026-03-24T15:26:58.082" v="5" actId="478"/>
          <ac:spMkLst>
            <pc:docMk/>
            <pc:sldMk cId="584521698" sldId="259"/>
            <ac:spMk id="5" creationId="{F064B1B7-8AFA-6762-17DD-D5B76FD6794D}"/>
          </ac:spMkLst>
        </pc:spChg>
        <pc:spChg chg="del">
          <ac:chgData name="poke 953" userId="c913613eb4ac0ae9" providerId="LiveId" clId="{A2D1C861-733C-41E4-9E6E-00A090B1F20A}" dt="2026-03-24T15:26:58.082" v="5" actId="478"/>
          <ac:spMkLst>
            <pc:docMk/>
            <pc:sldMk cId="584521698" sldId="259"/>
            <ac:spMk id="6" creationId="{A1E9504A-CE51-B369-8640-A44E9231CE9D}"/>
          </ac:spMkLst>
        </pc:spChg>
        <pc:spChg chg="del">
          <ac:chgData name="poke 953" userId="c913613eb4ac0ae9" providerId="LiveId" clId="{A2D1C861-733C-41E4-9E6E-00A090B1F20A}" dt="2026-03-24T15:26:58.082" v="5" actId="478"/>
          <ac:spMkLst>
            <pc:docMk/>
            <pc:sldMk cId="584521698" sldId="259"/>
            <ac:spMk id="7" creationId="{165CB523-A997-AC0A-A74A-350ACDB73A2F}"/>
          </ac:spMkLst>
        </pc:spChg>
        <pc:spChg chg="del">
          <ac:chgData name="poke 953" userId="c913613eb4ac0ae9" providerId="LiveId" clId="{A2D1C861-733C-41E4-9E6E-00A090B1F20A}" dt="2026-03-24T15:26:58.082" v="5" actId="478"/>
          <ac:spMkLst>
            <pc:docMk/>
            <pc:sldMk cId="584521698" sldId="259"/>
            <ac:spMk id="8" creationId="{60C32BCE-541F-288E-AC71-5D31FB56FABB}"/>
          </ac:spMkLst>
        </pc:spChg>
        <pc:spChg chg="del mod">
          <ac:chgData name="poke 953" userId="c913613eb4ac0ae9" providerId="LiveId" clId="{A2D1C861-733C-41E4-9E6E-00A090B1F20A}" dt="2026-03-24T15:27:01.694" v="8" actId="478"/>
          <ac:spMkLst>
            <pc:docMk/>
            <pc:sldMk cId="584521698" sldId="259"/>
            <ac:spMk id="9" creationId="{2BFFCAB5-DE67-9473-9566-D6A96E1D995A}"/>
          </ac:spMkLst>
        </pc:spChg>
        <pc:spChg chg="del">
          <ac:chgData name="poke 953" userId="c913613eb4ac0ae9" providerId="LiveId" clId="{A2D1C861-733C-41E4-9E6E-00A090B1F20A}" dt="2026-03-24T15:26:58.082" v="5" actId="478"/>
          <ac:spMkLst>
            <pc:docMk/>
            <pc:sldMk cId="584521698" sldId="259"/>
            <ac:spMk id="10" creationId="{EF873B9A-616D-5CC7-3334-ABE8D8D3C3D6}"/>
          </ac:spMkLst>
        </pc:spChg>
        <pc:spChg chg="del">
          <ac:chgData name="poke 953" userId="c913613eb4ac0ae9" providerId="LiveId" clId="{A2D1C861-733C-41E4-9E6E-00A090B1F20A}" dt="2026-03-24T15:26:58.082" v="5" actId="478"/>
          <ac:spMkLst>
            <pc:docMk/>
            <pc:sldMk cId="584521698" sldId="259"/>
            <ac:spMk id="16" creationId="{B0627B92-AFD2-E960-17C1-98F1A3B87450}"/>
          </ac:spMkLst>
        </pc:spChg>
        <pc:spChg chg="del">
          <ac:chgData name="poke 953" userId="c913613eb4ac0ae9" providerId="LiveId" clId="{A2D1C861-733C-41E4-9E6E-00A090B1F20A}" dt="2026-03-24T15:27:00.157" v="6" actId="478"/>
          <ac:spMkLst>
            <pc:docMk/>
            <pc:sldMk cId="584521698" sldId="259"/>
            <ac:spMk id="18" creationId="{FD9642DC-D4D8-B585-769F-8801AFD83B7D}"/>
          </ac:spMkLst>
        </pc:spChg>
        <pc:spChg chg="add del mod">
          <ac:chgData name="poke 953" userId="c913613eb4ac0ae9" providerId="LiveId" clId="{A2D1C861-733C-41E4-9E6E-00A090B1F20A}" dt="2026-03-24T15:40:02.644" v="143" actId="478"/>
          <ac:spMkLst>
            <pc:docMk/>
            <pc:sldMk cId="584521698" sldId="259"/>
            <ac:spMk id="19" creationId="{8870BAC9-69C5-52D3-1392-F340FD196FBE}"/>
          </ac:spMkLst>
        </pc:spChg>
        <pc:spChg chg="add del mod">
          <ac:chgData name="poke 953" userId="c913613eb4ac0ae9" providerId="LiveId" clId="{A2D1C861-733C-41E4-9E6E-00A090B1F20A}" dt="2026-03-24T15:31:22.147" v="140" actId="478"/>
          <ac:spMkLst>
            <pc:docMk/>
            <pc:sldMk cId="584521698" sldId="259"/>
            <ac:spMk id="20" creationId="{BC7AE9AA-46D4-C7BB-1F61-57B001F6FF07}"/>
          </ac:spMkLst>
        </pc:spChg>
        <pc:spChg chg="add del mod">
          <ac:chgData name="poke 953" userId="c913613eb4ac0ae9" providerId="LiveId" clId="{A2D1C861-733C-41E4-9E6E-00A090B1F20A}" dt="2026-03-24T15:31:22.147" v="140" actId="478"/>
          <ac:spMkLst>
            <pc:docMk/>
            <pc:sldMk cId="584521698" sldId="259"/>
            <ac:spMk id="21" creationId="{68C8DDFB-DF79-4BC3-84A8-41866401CAE8}"/>
          </ac:spMkLst>
        </pc:spChg>
        <pc:spChg chg="add del mod">
          <ac:chgData name="poke 953" userId="c913613eb4ac0ae9" providerId="LiveId" clId="{A2D1C861-733C-41E4-9E6E-00A090B1F20A}" dt="2026-03-24T15:31:22.147" v="140" actId="478"/>
          <ac:spMkLst>
            <pc:docMk/>
            <pc:sldMk cId="584521698" sldId="259"/>
            <ac:spMk id="22" creationId="{B8B39519-8331-B7BC-6449-FC2F7D097859}"/>
          </ac:spMkLst>
        </pc:spChg>
        <pc:spChg chg="add del mod">
          <ac:chgData name="poke 953" userId="c913613eb4ac0ae9" providerId="LiveId" clId="{A2D1C861-733C-41E4-9E6E-00A090B1F20A}" dt="2026-03-24T15:31:22.147" v="140" actId="478"/>
          <ac:spMkLst>
            <pc:docMk/>
            <pc:sldMk cId="584521698" sldId="259"/>
            <ac:spMk id="23" creationId="{F66F32C8-7DA6-C9F2-96AD-86A0C260AF78}"/>
          </ac:spMkLst>
        </pc:spChg>
        <pc:spChg chg="add del mod">
          <ac:chgData name="poke 953" userId="c913613eb4ac0ae9" providerId="LiveId" clId="{A2D1C861-733C-41E4-9E6E-00A090B1F20A}" dt="2026-03-24T15:31:22.147" v="140" actId="478"/>
          <ac:spMkLst>
            <pc:docMk/>
            <pc:sldMk cId="584521698" sldId="259"/>
            <ac:spMk id="24" creationId="{91D82A75-39DE-B498-E52F-450B9CCF72C5}"/>
          </ac:spMkLst>
        </pc:spChg>
        <pc:spChg chg="add del mod">
          <ac:chgData name="poke 953" userId="c913613eb4ac0ae9" providerId="LiveId" clId="{A2D1C861-733C-41E4-9E6E-00A090B1F20A}" dt="2026-03-24T15:31:22.147" v="140" actId="478"/>
          <ac:spMkLst>
            <pc:docMk/>
            <pc:sldMk cId="584521698" sldId="259"/>
            <ac:spMk id="25" creationId="{5F9B5A94-7F0B-3173-C88C-F62E2EF9253C}"/>
          </ac:spMkLst>
        </pc:spChg>
        <pc:spChg chg="add del mod">
          <ac:chgData name="poke 953" userId="c913613eb4ac0ae9" providerId="LiveId" clId="{A2D1C861-733C-41E4-9E6E-00A090B1F20A}" dt="2026-03-24T15:31:22.147" v="140" actId="478"/>
          <ac:spMkLst>
            <pc:docMk/>
            <pc:sldMk cId="584521698" sldId="259"/>
            <ac:spMk id="26" creationId="{29937819-E818-4CE7-4D24-5E03FFA73B8A}"/>
          </ac:spMkLst>
        </pc:spChg>
        <pc:spChg chg="add del mod">
          <ac:chgData name="poke 953" userId="c913613eb4ac0ae9" providerId="LiveId" clId="{A2D1C861-733C-41E4-9E6E-00A090B1F20A}" dt="2026-03-24T15:31:22.147" v="140" actId="478"/>
          <ac:spMkLst>
            <pc:docMk/>
            <pc:sldMk cId="584521698" sldId="259"/>
            <ac:spMk id="27" creationId="{C0DD7975-C7E8-3B32-0101-8CBEF152C044}"/>
          </ac:spMkLst>
        </pc:spChg>
        <pc:spChg chg="add del mod">
          <ac:chgData name="poke 953" userId="c913613eb4ac0ae9" providerId="LiveId" clId="{A2D1C861-733C-41E4-9E6E-00A090B1F20A}" dt="2026-03-24T15:31:22.147" v="140" actId="478"/>
          <ac:spMkLst>
            <pc:docMk/>
            <pc:sldMk cId="584521698" sldId="259"/>
            <ac:spMk id="28" creationId="{DCAB19AC-A950-30EA-15CC-19E010943BE5}"/>
          </ac:spMkLst>
        </pc:spChg>
        <pc:spChg chg="add del mod">
          <ac:chgData name="poke 953" userId="c913613eb4ac0ae9" providerId="LiveId" clId="{A2D1C861-733C-41E4-9E6E-00A090B1F20A}" dt="2026-03-24T15:31:22.147" v="140" actId="478"/>
          <ac:spMkLst>
            <pc:docMk/>
            <pc:sldMk cId="584521698" sldId="259"/>
            <ac:spMk id="29" creationId="{4C82D0C8-8AE0-94F0-CE61-D67146507DF0}"/>
          </ac:spMkLst>
        </pc:spChg>
        <pc:spChg chg="add del mod">
          <ac:chgData name="poke 953" userId="c913613eb4ac0ae9" providerId="LiveId" clId="{A2D1C861-733C-41E4-9E6E-00A090B1F20A}" dt="2026-03-24T15:31:22.147" v="140" actId="478"/>
          <ac:spMkLst>
            <pc:docMk/>
            <pc:sldMk cId="584521698" sldId="259"/>
            <ac:spMk id="30" creationId="{0D4C2AEB-6CF6-FF24-D73E-EA83DB394D2D}"/>
          </ac:spMkLst>
        </pc:spChg>
        <pc:spChg chg="add mod">
          <ac:chgData name="poke 953" userId="c913613eb4ac0ae9" providerId="LiveId" clId="{A2D1C861-733C-41E4-9E6E-00A090B1F20A}" dt="2026-03-24T20:45:01.131" v="254" actId="1076"/>
          <ac:spMkLst>
            <pc:docMk/>
            <pc:sldMk cId="584521698" sldId="259"/>
            <ac:spMk id="33" creationId="{2ACC98AE-D923-DE8C-0194-8BCC926E274C}"/>
          </ac:spMkLst>
        </pc:spChg>
        <pc:spChg chg="add mod">
          <ac:chgData name="poke 953" userId="c913613eb4ac0ae9" providerId="LiveId" clId="{A2D1C861-733C-41E4-9E6E-00A090B1F20A}" dt="2026-03-24T20:45:09.932" v="257" actId="1076"/>
          <ac:spMkLst>
            <pc:docMk/>
            <pc:sldMk cId="584521698" sldId="259"/>
            <ac:spMk id="34" creationId="{5B7B574C-D2AC-8DED-F8F6-2939B03B0DA0}"/>
          </ac:spMkLst>
        </pc:spChg>
        <pc:picChg chg="add del mod">
          <ac:chgData name="poke 953" userId="c913613eb4ac0ae9" providerId="LiveId" clId="{A2D1C861-733C-41E4-9E6E-00A090B1F20A}" dt="2026-03-24T20:44:17.590" v="243" actId="478"/>
          <ac:picMkLst>
            <pc:docMk/>
            <pc:sldMk cId="584521698" sldId="259"/>
            <ac:picMk id="32" creationId="{940391AC-BBA4-5316-B16A-B21BC0F5539B}"/>
          </ac:picMkLst>
        </pc:picChg>
        <pc:picChg chg="add mod ord">
          <ac:chgData name="poke 953" userId="c913613eb4ac0ae9" providerId="LiveId" clId="{A2D1C861-733C-41E4-9E6E-00A090B1F20A}" dt="2026-03-24T20:45:20.632" v="259" actId="1076"/>
          <ac:picMkLst>
            <pc:docMk/>
            <pc:sldMk cId="584521698" sldId="259"/>
            <ac:picMk id="36" creationId="{BDB56CA7-4C8A-C4F0-C5BE-FF4383D0EC4B}"/>
          </ac:picMkLst>
        </pc:picChg>
        <pc:cxnChg chg="del">
          <ac:chgData name="poke 953" userId="c913613eb4ac0ae9" providerId="LiveId" clId="{A2D1C861-733C-41E4-9E6E-00A090B1F20A}" dt="2026-03-24T15:26:58.082" v="5" actId="478"/>
          <ac:cxnSpMkLst>
            <pc:docMk/>
            <pc:sldMk cId="584521698" sldId="259"/>
            <ac:cxnSpMk id="11" creationId="{E072F568-955B-B7B2-A1F9-BF1515245194}"/>
          </ac:cxnSpMkLst>
        </pc:cxnChg>
        <pc:cxnChg chg="del">
          <ac:chgData name="poke 953" userId="c913613eb4ac0ae9" providerId="LiveId" clId="{A2D1C861-733C-41E4-9E6E-00A090B1F20A}" dt="2026-03-24T15:26:58.082" v="5" actId="478"/>
          <ac:cxnSpMkLst>
            <pc:docMk/>
            <pc:sldMk cId="584521698" sldId="259"/>
            <ac:cxnSpMk id="12" creationId="{88FFA6AB-47C3-1A49-83CB-F8FED3EB3264}"/>
          </ac:cxnSpMkLst>
        </pc:cxnChg>
        <pc:cxnChg chg="del">
          <ac:chgData name="poke 953" userId="c913613eb4ac0ae9" providerId="LiveId" clId="{A2D1C861-733C-41E4-9E6E-00A090B1F20A}" dt="2026-03-24T15:26:58.082" v="5" actId="478"/>
          <ac:cxnSpMkLst>
            <pc:docMk/>
            <pc:sldMk cId="584521698" sldId="259"/>
            <ac:cxnSpMk id="13" creationId="{F357EF74-AAE6-4DBB-C2C5-B2C664C5C047}"/>
          </ac:cxnSpMkLst>
        </pc:cxnChg>
        <pc:cxnChg chg="del">
          <ac:chgData name="poke 953" userId="c913613eb4ac0ae9" providerId="LiveId" clId="{A2D1C861-733C-41E4-9E6E-00A090B1F20A}" dt="2026-03-24T15:26:58.082" v="5" actId="478"/>
          <ac:cxnSpMkLst>
            <pc:docMk/>
            <pc:sldMk cId="584521698" sldId="259"/>
            <ac:cxnSpMk id="14" creationId="{2EADF498-4AAF-C653-9FB6-5FF00BE6D94D}"/>
          </ac:cxnSpMkLst>
        </pc:cxnChg>
        <pc:cxnChg chg="del">
          <ac:chgData name="poke 953" userId="c913613eb4ac0ae9" providerId="LiveId" clId="{A2D1C861-733C-41E4-9E6E-00A090B1F20A}" dt="2026-03-24T15:26:58.082" v="5" actId="478"/>
          <ac:cxnSpMkLst>
            <pc:docMk/>
            <pc:sldMk cId="584521698" sldId="259"/>
            <ac:cxnSpMk id="15" creationId="{B543BFAD-6201-383A-58F2-00F2715A9DD7}"/>
          </ac:cxnSpMkLst>
        </pc:cxnChg>
        <pc:cxnChg chg="del">
          <ac:chgData name="poke 953" userId="c913613eb4ac0ae9" providerId="LiveId" clId="{A2D1C861-733C-41E4-9E6E-00A090B1F20A}" dt="2026-03-24T15:26:58.082" v="5" actId="478"/>
          <ac:cxnSpMkLst>
            <pc:docMk/>
            <pc:sldMk cId="584521698" sldId="259"/>
            <ac:cxnSpMk id="17" creationId="{414247FA-FC08-C026-2B63-40409D1EF679}"/>
          </ac:cxnSpMkLst>
        </pc:cxnChg>
      </pc:sldChg>
      <pc:sldChg chg="modSp mod">
        <pc:chgData name="poke 953" userId="c913613eb4ac0ae9" providerId="LiveId" clId="{A2D1C861-733C-41E4-9E6E-00A090B1F20A}" dt="2026-03-25T17:56:29.003" v="769" actId="20577"/>
        <pc:sldMkLst>
          <pc:docMk/>
          <pc:sldMk cId="3556524927" sldId="261"/>
        </pc:sldMkLst>
        <pc:spChg chg="mod">
          <ac:chgData name="poke 953" userId="c913613eb4ac0ae9" providerId="LiveId" clId="{A2D1C861-733C-41E4-9E6E-00A090B1F20A}" dt="2026-03-25T17:56:29.003" v="769" actId="20577"/>
          <ac:spMkLst>
            <pc:docMk/>
            <pc:sldMk cId="3556524927" sldId="261"/>
            <ac:spMk id="3" creationId="{D654BA91-BAEA-6714-9F84-0F10234AA0BD}"/>
          </ac:spMkLst>
        </pc:spChg>
      </pc:sldChg>
      <pc:sldChg chg="addSp delSp modSp new mod ord">
        <pc:chgData name="poke 953" userId="c913613eb4ac0ae9" providerId="LiveId" clId="{A2D1C861-733C-41E4-9E6E-00A090B1F20A}" dt="2026-03-24T16:18:33.311" v="223" actId="1076"/>
        <pc:sldMkLst>
          <pc:docMk/>
          <pc:sldMk cId="3549418651" sldId="264"/>
        </pc:sldMkLst>
        <pc:spChg chg="mod">
          <ac:chgData name="poke 953" userId="c913613eb4ac0ae9" providerId="LiveId" clId="{A2D1C861-733C-41E4-9E6E-00A090B1F20A}" dt="2026-03-24T16:18:12.085" v="218" actId="20577"/>
          <ac:spMkLst>
            <pc:docMk/>
            <pc:sldMk cId="3549418651" sldId="264"/>
            <ac:spMk id="2" creationId="{7B64D764-780F-6CDE-027F-5EA5B1D9020F}"/>
          </ac:spMkLst>
        </pc:spChg>
        <pc:spChg chg="del">
          <ac:chgData name="poke 953" userId="c913613eb4ac0ae9" providerId="LiveId" clId="{A2D1C861-733C-41E4-9E6E-00A090B1F20A}" dt="2026-03-24T16:18:14.982" v="219" actId="478"/>
          <ac:spMkLst>
            <pc:docMk/>
            <pc:sldMk cId="3549418651" sldId="264"/>
            <ac:spMk id="3" creationId="{C82F06DD-F01A-D8C1-F245-1C79217BE64F}"/>
          </ac:spMkLst>
        </pc:spChg>
        <pc:picChg chg="add mod">
          <ac:chgData name="poke 953" userId="c913613eb4ac0ae9" providerId="LiveId" clId="{A2D1C861-733C-41E4-9E6E-00A090B1F20A}" dt="2026-03-24T16:18:33.311" v="223" actId="1076"/>
          <ac:picMkLst>
            <pc:docMk/>
            <pc:sldMk cId="3549418651" sldId="264"/>
            <ac:picMk id="5" creationId="{0B577FE4-F194-1152-8D61-889E7815050A}"/>
          </ac:picMkLst>
        </pc:picChg>
      </pc:sldChg>
      <pc:sldChg chg="modSp add mod ord">
        <pc:chgData name="poke 953" userId="c913613eb4ac0ae9" providerId="LiveId" clId="{A2D1C861-733C-41E4-9E6E-00A090B1F20A}" dt="2026-03-25T17:22:26.575" v="328" actId="20577"/>
        <pc:sldMkLst>
          <pc:docMk/>
          <pc:sldMk cId="1215615312" sldId="265"/>
        </pc:sldMkLst>
        <pc:spChg chg="mod">
          <ac:chgData name="poke 953" userId="c913613eb4ac0ae9" providerId="LiveId" clId="{A2D1C861-733C-41E4-9E6E-00A090B1F20A}" dt="2026-03-25T17:22:26.575" v="328" actId="20577"/>
          <ac:spMkLst>
            <pc:docMk/>
            <pc:sldMk cId="1215615312" sldId="265"/>
            <ac:spMk id="3" creationId="{D654BA91-BAEA-6714-9F84-0F10234AA0BD}"/>
          </ac:spMkLst>
        </pc:spChg>
      </pc:sldChg>
    </pc:docChg>
  </pc:docChgLst>
  <pc:docChgLst>
    <pc:chgData name="poke 953" userId="c913613eb4ac0ae9" providerId="LiveId" clId="{2BD3D7C0-2FD8-49BD-87B9-43617CBB1A57}"/>
    <pc:docChg chg="custSel delSld modSld">
      <pc:chgData name="poke 953" userId="c913613eb4ac0ae9" providerId="LiveId" clId="{2BD3D7C0-2FD8-49BD-87B9-43617CBB1A57}" dt="2026-04-29T12:37:44.556" v="189" actId="20577"/>
      <pc:docMkLst>
        <pc:docMk/>
      </pc:docMkLst>
      <pc:sldChg chg="addSp delSp modSp mod">
        <pc:chgData name="poke 953" userId="c913613eb4ac0ae9" providerId="LiveId" clId="{2BD3D7C0-2FD8-49BD-87B9-43617CBB1A57}" dt="2026-04-29T12:37:09.411" v="186" actId="20577"/>
        <pc:sldMkLst>
          <pc:docMk/>
          <pc:sldMk cId="584521698" sldId="259"/>
        </pc:sldMkLst>
        <pc:spChg chg="add del mod">
          <ac:chgData name="poke 953" userId="c913613eb4ac0ae9" providerId="LiveId" clId="{2BD3D7C0-2FD8-49BD-87B9-43617CBB1A57}" dt="2026-04-29T06:48:38.915" v="23" actId="478"/>
          <ac:spMkLst>
            <pc:docMk/>
            <pc:sldMk cId="584521698" sldId="259"/>
            <ac:spMk id="3" creationId="{3D826BD1-9B7B-3BCA-BE35-26EA3803BA39}"/>
          </ac:spMkLst>
        </pc:spChg>
        <pc:spChg chg="add mod">
          <ac:chgData name="poke 953" userId="c913613eb4ac0ae9" providerId="LiveId" clId="{2BD3D7C0-2FD8-49BD-87B9-43617CBB1A57}" dt="2026-04-29T09:41:48.046" v="24"/>
          <ac:spMkLst>
            <pc:docMk/>
            <pc:sldMk cId="584521698" sldId="259"/>
            <ac:spMk id="4" creationId="{FB61AF78-294F-5ADC-75CA-023A10110217}"/>
          </ac:spMkLst>
        </pc:spChg>
        <pc:spChg chg="add mod">
          <ac:chgData name="poke 953" userId="c913613eb4ac0ae9" providerId="LiveId" clId="{2BD3D7C0-2FD8-49BD-87B9-43617CBB1A57}" dt="2026-04-29T09:41:48.046" v="24"/>
          <ac:spMkLst>
            <pc:docMk/>
            <pc:sldMk cId="584521698" sldId="259"/>
            <ac:spMk id="5" creationId="{BB1ADA96-B725-BE34-E630-9D33E744B05D}"/>
          </ac:spMkLst>
        </pc:spChg>
        <pc:spChg chg="add mod">
          <ac:chgData name="poke 953" userId="c913613eb4ac0ae9" providerId="LiveId" clId="{2BD3D7C0-2FD8-49BD-87B9-43617CBB1A57}" dt="2026-04-29T09:41:48.046" v="24"/>
          <ac:spMkLst>
            <pc:docMk/>
            <pc:sldMk cId="584521698" sldId="259"/>
            <ac:spMk id="6" creationId="{A0142AEE-0C94-D858-7941-446787E7AEFC}"/>
          </ac:spMkLst>
        </pc:spChg>
        <pc:spChg chg="add mod">
          <ac:chgData name="poke 953" userId="c913613eb4ac0ae9" providerId="LiveId" clId="{2BD3D7C0-2FD8-49BD-87B9-43617CBB1A57}" dt="2026-04-29T09:41:48.046" v="24"/>
          <ac:spMkLst>
            <pc:docMk/>
            <pc:sldMk cId="584521698" sldId="259"/>
            <ac:spMk id="7" creationId="{73AD3AB8-5E12-3CB3-8868-C5B6BBFDA9C6}"/>
          </ac:spMkLst>
        </pc:spChg>
        <pc:spChg chg="add mod">
          <ac:chgData name="poke 953" userId="c913613eb4ac0ae9" providerId="LiveId" clId="{2BD3D7C0-2FD8-49BD-87B9-43617CBB1A57}" dt="2026-04-29T09:41:48.046" v="24"/>
          <ac:spMkLst>
            <pc:docMk/>
            <pc:sldMk cId="584521698" sldId="259"/>
            <ac:spMk id="8" creationId="{CAB10312-EDD1-1245-A148-89C5171DC268}"/>
          </ac:spMkLst>
        </pc:spChg>
        <pc:spChg chg="add mod">
          <ac:chgData name="poke 953" userId="c913613eb4ac0ae9" providerId="LiveId" clId="{2BD3D7C0-2FD8-49BD-87B9-43617CBB1A57}" dt="2026-04-29T09:41:48.046" v="24"/>
          <ac:spMkLst>
            <pc:docMk/>
            <pc:sldMk cId="584521698" sldId="259"/>
            <ac:spMk id="9" creationId="{8CFEDFC4-DF61-720D-28A9-0E4D4841C5F9}"/>
          </ac:spMkLst>
        </pc:spChg>
        <pc:spChg chg="add del mod">
          <ac:chgData name="poke 953" userId="c913613eb4ac0ae9" providerId="LiveId" clId="{2BD3D7C0-2FD8-49BD-87B9-43617CBB1A57}" dt="2026-04-29T09:41:52.162" v="25" actId="478"/>
          <ac:spMkLst>
            <pc:docMk/>
            <pc:sldMk cId="584521698" sldId="259"/>
            <ac:spMk id="15" creationId="{8F1FE9B9-8F10-3B15-6E52-ABB0813E0618}"/>
          </ac:spMkLst>
        </pc:spChg>
        <pc:spChg chg="add del mod">
          <ac:chgData name="poke 953" userId="c913613eb4ac0ae9" providerId="LiveId" clId="{2BD3D7C0-2FD8-49BD-87B9-43617CBB1A57}" dt="2026-04-29T09:41:52.162" v="25" actId="478"/>
          <ac:spMkLst>
            <pc:docMk/>
            <pc:sldMk cId="584521698" sldId="259"/>
            <ac:spMk id="17" creationId="{8C23E3C4-280F-CC1C-91C6-C9281D65EC19}"/>
          </ac:spMkLst>
        </pc:spChg>
        <pc:spChg chg="add del mod">
          <ac:chgData name="poke 953" userId="c913613eb4ac0ae9" providerId="LiveId" clId="{2BD3D7C0-2FD8-49BD-87B9-43617CBB1A57}" dt="2026-04-29T09:41:55.791" v="27" actId="478"/>
          <ac:spMkLst>
            <pc:docMk/>
            <pc:sldMk cId="584521698" sldId="259"/>
            <ac:spMk id="18" creationId="{5E276831-6B99-B87C-DB57-11631658E38D}"/>
          </ac:spMkLst>
        </pc:spChg>
        <pc:spChg chg="add del mod">
          <ac:chgData name="poke 953" userId="c913613eb4ac0ae9" providerId="LiveId" clId="{2BD3D7C0-2FD8-49BD-87B9-43617CBB1A57}" dt="2026-04-29T09:41:52.162" v="25" actId="478"/>
          <ac:spMkLst>
            <pc:docMk/>
            <pc:sldMk cId="584521698" sldId="259"/>
            <ac:spMk id="19" creationId="{6F6D0FC7-97E5-12CE-C4B9-4430D78CAFD9}"/>
          </ac:spMkLst>
        </pc:spChg>
        <pc:spChg chg="add mod">
          <ac:chgData name="poke 953" userId="c913613eb4ac0ae9" providerId="LiveId" clId="{2BD3D7C0-2FD8-49BD-87B9-43617CBB1A57}" dt="2026-04-29T09:43:32.106" v="35" actId="1076"/>
          <ac:spMkLst>
            <pc:docMk/>
            <pc:sldMk cId="584521698" sldId="259"/>
            <ac:spMk id="20" creationId="{850E2FF4-AC76-296E-47F2-550C8392A667}"/>
          </ac:spMkLst>
        </pc:spChg>
        <pc:spChg chg="add mod">
          <ac:chgData name="poke 953" userId="c913613eb4ac0ae9" providerId="LiveId" clId="{2BD3D7C0-2FD8-49BD-87B9-43617CBB1A57}" dt="2026-04-29T09:43:34.926" v="36" actId="1076"/>
          <ac:spMkLst>
            <pc:docMk/>
            <pc:sldMk cId="584521698" sldId="259"/>
            <ac:spMk id="21" creationId="{245B4CC3-E738-04DB-7225-32B0F7EF1EF6}"/>
          </ac:spMkLst>
        </pc:spChg>
        <pc:spChg chg="add mod">
          <ac:chgData name="poke 953" userId="c913613eb4ac0ae9" providerId="LiveId" clId="{2BD3D7C0-2FD8-49BD-87B9-43617CBB1A57}" dt="2026-04-29T10:03:29.235" v="63" actId="20577"/>
          <ac:spMkLst>
            <pc:docMk/>
            <pc:sldMk cId="584521698" sldId="259"/>
            <ac:spMk id="22" creationId="{12C4B4E8-870E-2B79-3995-EE74C2FEABB3}"/>
          </ac:spMkLst>
        </pc:spChg>
        <pc:spChg chg="add mod">
          <ac:chgData name="poke 953" userId="c913613eb4ac0ae9" providerId="LiveId" clId="{2BD3D7C0-2FD8-49BD-87B9-43617CBB1A57}" dt="2026-04-29T12:37:09.411" v="186" actId="20577"/>
          <ac:spMkLst>
            <pc:docMk/>
            <pc:sldMk cId="584521698" sldId="259"/>
            <ac:spMk id="23" creationId="{7F5F8F0C-A0B9-BFEC-51A7-2C1B6887DECE}"/>
          </ac:spMkLst>
        </pc:spChg>
        <pc:spChg chg="del">
          <ac:chgData name="poke 953" userId="c913613eb4ac0ae9" providerId="LiveId" clId="{2BD3D7C0-2FD8-49BD-87B9-43617CBB1A57}" dt="2026-04-26T13:36:13.439" v="2" actId="21"/>
          <ac:spMkLst>
            <pc:docMk/>
            <pc:sldMk cId="584521698" sldId="259"/>
            <ac:spMk id="33" creationId="{2ACC98AE-D923-DE8C-0194-8BCC926E274C}"/>
          </ac:spMkLst>
        </pc:spChg>
        <pc:spChg chg="del">
          <ac:chgData name="poke 953" userId="c913613eb4ac0ae9" providerId="LiveId" clId="{2BD3D7C0-2FD8-49BD-87B9-43617CBB1A57}" dt="2026-04-26T13:36:13.439" v="2" actId="21"/>
          <ac:spMkLst>
            <pc:docMk/>
            <pc:sldMk cId="584521698" sldId="259"/>
            <ac:spMk id="34" creationId="{5B7B574C-D2AC-8DED-F8F6-2939B03B0DA0}"/>
          </ac:spMkLst>
        </pc:spChg>
        <pc:picChg chg="del mod modCrop">
          <ac:chgData name="poke 953" userId="c913613eb4ac0ae9" providerId="LiveId" clId="{2BD3D7C0-2FD8-49BD-87B9-43617CBB1A57}" dt="2026-04-26T12:27:26.623" v="1" actId="478"/>
          <ac:picMkLst>
            <pc:docMk/>
            <pc:sldMk cId="584521698" sldId="259"/>
            <ac:picMk id="36" creationId="{BDB56CA7-4C8A-C4F0-C5BE-FF4383D0EC4B}"/>
          </ac:picMkLst>
        </pc:picChg>
        <pc:cxnChg chg="add mod">
          <ac:chgData name="poke 953" userId="c913613eb4ac0ae9" providerId="LiveId" clId="{2BD3D7C0-2FD8-49BD-87B9-43617CBB1A57}" dt="2026-04-29T09:41:48.046" v="24"/>
          <ac:cxnSpMkLst>
            <pc:docMk/>
            <pc:sldMk cId="584521698" sldId="259"/>
            <ac:cxnSpMk id="10" creationId="{AB3B2E47-A024-FA39-7A6E-FF80B364F151}"/>
          </ac:cxnSpMkLst>
        </pc:cxnChg>
        <pc:cxnChg chg="add mod">
          <ac:chgData name="poke 953" userId="c913613eb4ac0ae9" providerId="LiveId" clId="{2BD3D7C0-2FD8-49BD-87B9-43617CBB1A57}" dt="2026-04-29T09:41:48.046" v="24"/>
          <ac:cxnSpMkLst>
            <pc:docMk/>
            <pc:sldMk cId="584521698" sldId="259"/>
            <ac:cxnSpMk id="11" creationId="{52012F18-A58A-2372-655E-048AD8B6B3C3}"/>
          </ac:cxnSpMkLst>
        </pc:cxnChg>
        <pc:cxnChg chg="add mod">
          <ac:chgData name="poke 953" userId="c913613eb4ac0ae9" providerId="LiveId" clId="{2BD3D7C0-2FD8-49BD-87B9-43617CBB1A57}" dt="2026-04-29T09:41:48.046" v="24"/>
          <ac:cxnSpMkLst>
            <pc:docMk/>
            <pc:sldMk cId="584521698" sldId="259"/>
            <ac:cxnSpMk id="12" creationId="{8C5801F3-0339-E9E0-1BC9-E42058834BDC}"/>
          </ac:cxnSpMkLst>
        </pc:cxnChg>
        <pc:cxnChg chg="add mod">
          <ac:chgData name="poke 953" userId="c913613eb4ac0ae9" providerId="LiveId" clId="{2BD3D7C0-2FD8-49BD-87B9-43617CBB1A57}" dt="2026-04-29T09:41:48.046" v="24"/>
          <ac:cxnSpMkLst>
            <pc:docMk/>
            <pc:sldMk cId="584521698" sldId="259"/>
            <ac:cxnSpMk id="13" creationId="{3A1EC1F4-5993-D02F-EFDF-D51993B8F929}"/>
          </ac:cxnSpMkLst>
        </pc:cxnChg>
        <pc:cxnChg chg="add mod">
          <ac:chgData name="poke 953" userId="c913613eb4ac0ae9" providerId="LiveId" clId="{2BD3D7C0-2FD8-49BD-87B9-43617CBB1A57}" dt="2026-04-29T09:41:48.046" v="24"/>
          <ac:cxnSpMkLst>
            <pc:docMk/>
            <pc:sldMk cId="584521698" sldId="259"/>
            <ac:cxnSpMk id="14" creationId="{55BACE19-13FD-3E84-B3BC-0CAA9BB28879}"/>
          </ac:cxnSpMkLst>
        </pc:cxnChg>
        <pc:cxnChg chg="add mod">
          <ac:chgData name="poke 953" userId="c913613eb4ac0ae9" providerId="LiveId" clId="{2BD3D7C0-2FD8-49BD-87B9-43617CBB1A57}" dt="2026-04-29T09:42:32.805" v="28" actId="1076"/>
          <ac:cxnSpMkLst>
            <pc:docMk/>
            <pc:sldMk cId="584521698" sldId="259"/>
            <ac:cxnSpMk id="16" creationId="{90BF66BE-6807-60C0-BC27-9CAAF0345D43}"/>
          </ac:cxnSpMkLst>
        </pc:cxnChg>
      </pc:sldChg>
      <pc:sldChg chg="del">
        <pc:chgData name="poke 953" userId="c913613eb4ac0ae9" providerId="LiveId" clId="{2BD3D7C0-2FD8-49BD-87B9-43617CBB1A57}" dt="2026-04-29T12:37:23.297" v="187" actId="2696"/>
        <pc:sldMkLst>
          <pc:docMk/>
          <pc:sldMk cId="2328205133" sldId="263"/>
        </pc:sldMkLst>
      </pc:sldChg>
      <pc:sldChg chg="modSp mod">
        <pc:chgData name="poke 953" userId="c913613eb4ac0ae9" providerId="LiveId" clId="{2BD3D7C0-2FD8-49BD-87B9-43617CBB1A57}" dt="2026-04-29T12:37:44.556" v="189" actId="20577"/>
        <pc:sldMkLst>
          <pc:docMk/>
          <pc:sldMk cId="1215615312" sldId="265"/>
        </pc:sldMkLst>
        <pc:spChg chg="mod">
          <ac:chgData name="poke 953" userId="c913613eb4ac0ae9" providerId="LiveId" clId="{2BD3D7C0-2FD8-49BD-87B9-43617CBB1A57}" dt="2026-04-29T12:37:44.556" v="189" actId="20577"/>
          <ac:spMkLst>
            <pc:docMk/>
            <pc:sldMk cId="1215615312" sldId="265"/>
            <ac:spMk id="3" creationId="{D654BA91-BAEA-6714-9F84-0F10234AA0BD}"/>
          </ac:spMkLst>
        </pc:spChg>
      </pc:sldChg>
    </pc:docChg>
  </pc:docChgLst>
  <pc:docChgLst>
    <pc:chgData name="Utilisateur invité" providerId="Windows Live" clId="Web-{7DF10C54-B4CE-12F0-0B1A-E95F9FB99A4A}"/>
    <pc:docChg chg="delSld modSld">
      <pc:chgData name="Utilisateur invité" userId="" providerId="Windows Live" clId="Web-{7DF10C54-B4CE-12F0-0B1A-E95F9FB99A4A}" dt="2026-01-28T08:29:23.553" v="20" actId="14100"/>
      <pc:docMkLst>
        <pc:docMk/>
      </pc:docMkLst>
      <pc:sldChg chg="del">
        <pc:chgData name="Utilisateur invité" userId="" providerId="Windows Live" clId="Web-{7DF10C54-B4CE-12F0-0B1A-E95F9FB99A4A}" dt="2026-01-28T08:28:32.474" v="0"/>
        <pc:sldMkLst>
          <pc:docMk/>
          <pc:sldMk cId="621877034" sldId="258"/>
        </pc:sldMkLst>
      </pc:sldChg>
      <pc:sldChg chg="addSp modSp">
        <pc:chgData name="Utilisateur invité" userId="" providerId="Windows Live" clId="Web-{7DF10C54-B4CE-12F0-0B1A-E95F9FB99A4A}" dt="2026-01-28T08:29:23.553" v="20" actId="14100"/>
        <pc:sldMkLst>
          <pc:docMk/>
          <pc:sldMk cId="584521698" sldId="259"/>
        </pc:sldMkLst>
        <pc:spChg chg="add mod">
          <ac:chgData name="Utilisateur invité" userId="" providerId="Windows Live" clId="Web-{7DF10C54-B4CE-12F0-0B1A-E95F9FB99A4A}" dt="2026-01-28T08:29:03.005" v="2" actId="14100"/>
          <ac:spMkLst>
            <pc:docMk/>
            <pc:sldMk cId="584521698" sldId="259"/>
            <ac:spMk id="10" creationId="{EF873B9A-616D-5CC7-3334-ABE8D8D3C3D6}"/>
          </ac:spMkLst>
        </pc:spChg>
        <pc:spChg chg="add mod">
          <ac:chgData name="Utilisateur invité" userId="" providerId="Windows Live" clId="Web-{7DF10C54-B4CE-12F0-0B1A-E95F9FB99A4A}" dt="2026-01-28T08:29:23.553" v="20" actId="14100"/>
          <ac:spMkLst>
            <pc:docMk/>
            <pc:sldMk cId="584521698" sldId="259"/>
            <ac:spMk id="18" creationId="{FD9642DC-D4D8-B585-769F-8801AFD83B7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984811-7D92-41F6-B58D-401860CE2567}" type="datetimeFigureOut">
              <a:rPr lang="fr-FR" smtClean="0"/>
              <a:t>29/04/2026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85EDB-9CB5-4924-892C-CEAA459BBE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268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fr-FR" sz="1200" dirty="0">
                <a:solidFill>
                  <a:srgbClr val="282727"/>
                </a:solidFill>
                <a:ea typeface="+mn-lt"/>
                <a:cs typeface="+mn-lt"/>
              </a:rPr>
              <a:t>détenue à 65% par CNP Assurances</a:t>
            </a:r>
            <a:endParaRPr lang="fr-FR" sz="1200" b="1" dirty="0">
              <a:solidFill>
                <a:srgbClr val="282727"/>
              </a:solidFill>
              <a:ea typeface="+mn-lt"/>
              <a:cs typeface="+mn-lt"/>
            </a:endParaRPr>
          </a:p>
          <a:p>
            <a:pPr lvl="1"/>
            <a:r>
              <a:rPr lang="fr-FR" sz="1200" dirty="0">
                <a:solidFill>
                  <a:srgbClr val="282727"/>
                </a:solidFill>
                <a:ea typeface="+mn-lt"/>
                <a:cs typeface="+mn-lt"/>
              </a:rPr>
              <a:t>Détenus à 35% par la mutuelle général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regroupe 1 300 collaborateurs de La Mutuelle Générale</a:t>
            </a:r>
            <a:endParaRPr lang="fr-FR" sz="1200" dirty="0">
              <a:solidFill>
                <a:srgbClr val="282727"/>
              </a:solidFill>
              <a:ea typeface="+mn-lt"/>
              <a:cs typeface="+mn-lt"/>
            </a:endParaRPr>
          </a:p>
          <a:p>
            <a:pPr lvl="1"/>
            <a:r>
              <a:rPr lang="fr-FR" sz="1200" dirty="0">
                <a:solidFill>
                  <a:srgbClr val="282727"/>
                </a:solidFill>
                <a:ea typeface="+mn-lt"/>
                <a:cs typeface="+mn-lt"/>
              </a:rPr>
              <a:t>Augmentations du chiffres d’affaire de 8,6%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85EDB-9CB5-4924-892C-CEAA459BBE1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0218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8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10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640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519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77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021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560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14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82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714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46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457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AB5C7EE-A919-646B-4F86-BACCBC52D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388642" y="1104181"/>
            <a:ext cx="3406543" cy="2779731"/>
          </a:xfrm>
        </p:spPr>
        <p:txBody>
          <a:bodyPr>
            <a:normAutofit/>
          </a:bodyPr>
          <a:lstStyle/>
          <a:p>
            <a:r>
              <a:rPr lang="fr-FR" sz="3600"/>
              <a:t>Stage de 1ère année en BTS SIO SLAM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8388643" y="3901164"/>
            <a:ext cx="3406542" cy="15421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b="1" i="1" dirty="0"/>
              <a:t>LA CNP Assurance protection social</a:t>
            </a:r>
          </a:p>
        </p:txBody>
      </p:sp>
      <p:pic>
        <p:nvPicPr>
          <p:cNvPr id="7" name="Image 6" descr="Une image contenant texte, Graphique, logo, Police&#10;&#10;Le contenu généré par l’IA peut être incorrect.">
            <a:extLst>
              <a:ext uri="{FF2B5EF4-FFF2-40B4-BE49-F238E27FC236}">
                <a16:creationId xmlns:a16="http://schemas.microsoft.com/office/drawing/2014/main" id="{817B14CB-F517-2354-C706-4F1E24537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549" y="574131"/>
            <a:ext cx="6858544" cy="57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0ACF3C-B2D9-532F-C66D-85A75663C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présentation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5BE91C-4C09-6560-3210-225079A56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fr-FR" sz="2800" b="1" dirty="0">
                <a:latin typeface="Arial"/>
                <a:cs typeface="Arial"/>
              </a:rPr>
              <a:t>Date de création : </a:t>
            </a:r>
            <a:r>
              <a:rPr lang="fr-FR" sz="2800" b="1" dirty="0">
                <a:solidFill>
                  <a:srgbClr val="282727"/>
                </a:solidFill>
                <a:latin typeface="Arial"/>
                <a:ea typeface="+mn-lt"/>
                <a:cs typeface="+mn-lt"/>
              </a:rPr>
              <a:t> 1</a:t>
            </a:r>
            <a:r>
              <a:rPr lang="fr-FR" sz="2800" b="1" baseline="30000" dirty="0">
                <a:solidFill>
                  <a:srgbClr val="282727"/>
                </a:solidFill>
                <a:latin typeface="Arial"/>
                <a:ea typeface="+mn-lt"/>
                <a:cs typeface="Arial"/>
              </a:rPr>
              <a:t>er</a:t>
            </a:r>
            <a:r>
              <a:rPr lang="fr-FR" sz="2800" b="1" dirty="0">
                <a:solidFill>
                  <a:srgbClr val="282727"/>
                </a:solidFill>
                <a:latin typeface="Arial"/>
                <a:ea typeface="+mn-lt"/>
                <a:cs typeface="+mn-lt"/>
              </a:rPr>
              <a:t> janvier 2025</a:t>
            </a:r>
            <a:endParaRPr lang="fr-FR" sz="2800" b="1" dirty="0">
              <a:solidFill>
                <a:srgbClr val="202122"/>
              </a:solidFill>
              <a:latin typeface="Arial"/>
              <a:ea typeface="+mn-lt"/>
              <a:cs typeface="+mn-lt"/>
            </a:endParaRPr>
          </a:p>
          <a:p>
            <a:pPr lvl="1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Fusion CNP Assurance et de La Mutuelle Générale</a:t>
            </a:r>
          </a:p>
          <a:p>
            <a:pPr lvl="1"/>
            <a:r>
              <a:rPr lang="fr-FR" sz="2800" b="1" dirty="0">
                <a:solidFill>
                  <a:srgbClr val="282727"/>
                </a:solidFill>
                <a:latin typeface="Arial"/>
              </a:rPr>
              <a:t>Statut : </a:t>
            </a:r>
            <a:r>
              <a:rPr lang="fr-FR" sz="2800" dirty="0">
                <a:solidFill>
                  <a:srgbClr val="282727"/>
                </a:solidFill>
                <a:latin typeface="Arial"/>
                <a:ea typeface="+mn-lt"/>
                <a:cs typeface="+mn-lt"/>
              </a:rPr>
              <a:t>SA à conseil d'administration (S.A.I.)</a:t>
            </a:r>
            <a:endParaRPr lang="fr-FR" sz="2800" b="1" dirty="0">
              <a:solidFill>
                <a:srgbClr val="282727"/>
              </a:solidFill>
              <a:latin typeface="Arial"/>
              <a:cs typeface="Arial"/>
            </a:endParaRPr>
          </a:p>
          <a:p>
            <a:pPr lvl="1"/>
            <a:r>
              <a:rPr lang="fr-FR" sz="2800" b="1" dirty="0">
                <a:solidFill>
                  <a:srgbClr val="282727"/>
                </a:solidFill>
                <a:latin typeface="Arial"/>
                <a:cs typeface="Arial"/>
              </a:rPr>
              <a:t>Chef d'entreprise : </a:t>
            </a:r>
            <a:r>
              <a:rPr lang="fr-FR" sz="2800" dirty="0">
                <a:solidFill>
                  <a:srgbClr val="081D35"/>
                </a:solidFill>
                <a:latin typeface="Arial"/>
                <a:ea typeface="+mn-lt"/>
                <a:cs typeface="+mn-lt"/>
              </a:rPr>
              <a:t>Christophe HARRIGAN</a:t>
            </a:r>
          </a:p>
          <a:p>
            <a:pPr lvl="1"/>
            <a:r>
              <a:rPr lang="fr-FR" sz="2800" b="1" dirty="0">
                <a:solidFill>
                  <a:srgbClr val="282727"/>
                </a:solidFill>
                <a:latin typeface="Arial"/>
                <a:cs typeface="Arial"/>
              </a:rPr>
              <a:t>Chiffres d'affaires:</a:t>
            </a:r>
            <a:r>
              <a:rPr lang="fr-FR" sz="2800" dirty="0">
                <a:solidFill>
                  <a:srgbClr val="282727"/>
                </a:solidFill>
                <a:ea typeface="+mn-lt"/>
                <a:cs typeface="+mn-lt"/>
              </a:rPr>
              <a:t>37,4 milliards d'euros en 2024</a:t>
            </a:r>
          </a:p>
          <a:p>
            <a:pPr lvl="1"/>
            <a:endParaRPr lang="fr-FR" sz="2800" dirty="0">
              <a:solidFill>
                <a:srgbClr val="202122"/>
              </a:solidFill>
              <a:latin typeface="Arial"/>
              <a:cs typeface="Arial"/>
            </a:endParaRPr>
          </a:p>
          <a:p>
            <a:pPr lvl="1"/>
            <a:endParaRPr lang="fr-FR" sz="2800" dirty="0">
              <a:solidFill>
                <a:srgbClr val="202122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3124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FAA439-639D-283E-D639-A85F2E2B2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Mon stage</a:t>
            </a:r>
            <a:br>
              <a:rPr lang="fr-FR" dirty="0"/>
            </a:br>
            <a:r>
              <a:rPr lang="fr-FR" sz="2000" dirty="0"/>
              <a:t> Organigramme d'entreprise </a:t>
            </a:r>
            <a:endParaRPr lang="fr-FR" sz="2000" b="0" dirty="0"/>
          </a:p>
          <a:p>
            <a:pPr algn="ctr"/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61AF78-294F-5ADC-75CA-023A10110217}"/>
              </a:ext>
            </a:extLst>
          </p:cNvPr>
          <p:cNvSpPr/>
          <p:nvPr/>
        </p:nvSpPr>
        <p:spPr>
          <a:xfrm>
            <a:off x="4930627" y="2237090"/>
            <a:ext cx="2008261" cy="5127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DSI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1ADA96-B725-BE34-E630-9D33E744B05D}"/>
              </a:ext>
            </a:extLst>
          </p:cNvPr>
          <p:cNvSpPr/>
          <p:nvPr/>
        </p:nvSpPr>
        <p:spPr>
          <a:xfrm>
            <a:off x="9718286" y="3372901"/>
            <a:ext cx="2008261" cy="5127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100" dirty="0"/>
              <a:t>ARCHITECTURES D'ENTREPRISES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142AEE-0C94-D858-7941-446787E7AEFC}"/>
              </a:ext>
            </a:extLst>
          </p:cNvPr>
          <p:cNvSpPr/>
          <p:nvPr/>
        </p:nvSpPr>
        <p:spPr>
          <a:xfrm>
            <a:off x="7360400" y="3372901"/>
            <a:ext cx="2008261" cy="5127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100" dirty="0"/>
              <a:t>CYBERSECURITE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AD3AB8-5E12-3CB3-8868-C5B6BBFDA9C6}"/>
              </a:ext>
            </a:extLst>
          </p:cNvPr>
          <p:cNvSpPr/>
          <p:nvPr/>
        </p:nvSpPr>
        <p:spPr>
          <a:xfrm>
            <a:off x="4951187" y="3372900"/>
            <a:ext cx="2008261" cy="5127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100"/>
              <a:t>OPERATION DES SYSTÈME INFORMATIQUE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B10312-EDD1-1245-A148-89C5171DC268}"/>
              </a:ext>
            </a:extLst>
          </p:cNvPr>
          <p:cNvSpPr/>
          <p:nvPr/>
        </p:nvSpPr>
        <p:spPr>
          <a:xfrm>
            <a:off x="2644627" y="3372901"/>
            <a:ext cx="2008261" cy="5127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100" dirty="0"/>
              <a:t>SERVICES CLIENTS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FEDFC4-DF61-720D-28A9-0E4D4841C5F9}"/>
              </a:ext>
            </a:extLst>
          </p:cNvPr>
          <p:cNvSpPr/>
          <p:nvPr/>
        </p:nvSpPr>
        <p:spPr>
          <a:xfrm>
            <a:off x="416135" y="3372900"/>
            <a:ext cx="2008261" cy="5127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100"/>
              <a:t>FONCTION CENTRALES/ DATA ET PILOTATGE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AB3B2E47-A024-FA39-7A6E-FF80B364F151}"/>
              </a:ext>
            </a:extLst>
          </p:cNvPr>
          <p:cNvCxnSpPr/>
          <p:nvPr/>
        </p:nvCxnSpPr>
        <p:spPr>
          <a:xfrm flipH="1">
            <a:off x="1778491" y="2554735"/>
            <a:ext cx="3111692" cy="761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52012F18-A58A-2372-655E-048AD8B6B3C3}"/>
              </a:ext>
            </a:extLst>
          </p:cNvPr>
          <p:cNvCxnSpPr>
            <a:cxnSpLocks/>
          </p:cNvCxnSpPr>
          <p:nvPr/>
        </p:nvCxnSpPr>
        <p:spPr>
          <a:xfrm flipH="1">
            <a:off x="4035735" y="2784772"/>
            <a:ext cx="998221" cy="546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8C5801F3-0339-E9E0-1BC9-E42058834BDC}"/>
              </a:ext>
            </a:extLst>
          </p:cNvPr>
          <p:cNvCxnSpPr>
            <a:cxnSpLocks/>
          </p:cNvCxnSpPr>
          <p:nvPr/>
        </p:nvCxnSpPr>
        <p:spPr>
          <a:xfrm flipH="1">
            <a:off x="6005434" y="2770396"/>
            <a:ext cx="20561" cy="603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3A1EC1F4-5993-D02F-EFDF-D51993B8F929}"/>
              </a:ext>
            </a:extLst>
          </p:cNvPr>
          <p:cNvCxnSpPr>
            <a:cxnSpLocks/>
          </p:cNvCxnSpPr>
          <p:nvPr/>
        </p:nvCxnSpPr>
        <p:spPr>
          <a:xfrm>
            <a:off x="6974900" y="2770394"/>
            <a:ext cx="1345288" cy="546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55BACE19-13FD-3E84-B3BC-0CAA9BB28879}"/>
              </a:ext>
            </a:extLst>
          </p:cNvPr>
          <p:cNvCxnSpPr>
            <a:cxnSpLocks/>
          </p:cNvCxnSpPr>
          <p:nvPr/>
        </p:nvCxnSpPr>
        <p:spPr>
          <a:xfrm>
            <a:off x="6974899" y="2339074"/>
            <a:ext cx="3588157" cy="977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90BF66BE-6807-60C0-BC27-9CAAF0345D43}"/>
              </a:ext>
            </a:extLst>
          </p:cNvPr>
          <p:cNvCxnSpPr/>
          <p:nvPr/>
        </p:nvCxnSpPr>
        <p:spPr>
          <a:xfrm>
            <a:off x="1420265" y="3885647"/>
            <a:ext cx="16212" cy="470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èche : droite 19">
            <a:extLst>
              <a:ext uri="{FF2B5EF4-FFF2-40B4-BE49-F238E27FC236}">
                <a16:creationId xmlns:a16="http://schemas.microsoft.com/office/drawing/2014/main" id="{850E2FF4-AC76-296E-47F2-550C8392A667}"/>
              </a:ext>
            </a:extLst>
          </p:cNvPr>
          <p:cNvSpPr/>
          <p:nvPr/>
        </p:nvSpPr>
        <p:spPr>
          <a:xfrm flipH="1">
            <a:off x="2436440" y="4332512"/>
            <a:ext cx="940209" cy="7799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245B4CC3-E738-04DB-7225-32B0F7EF1EF6}"/>
              </a:ext>
            </a:extLst>
          </p:cNvPr>
          <p:cNvSpPr txBox="1"/>
          <p:nvPr/>
        </p:nvSpPr>
        <p:spPr>
          <a:xfrm>
            <a:off x="3402558" y="4466086"/>
            <a:ext cx="152806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/>
              <a:t>J'étais dans cette équipe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C4B4E8-870E-2B79-3995-EE74C2FEABB3}"/>
              </a:ext>
            </a:extLst>
          </p:cNvPr>
          <p:cNvSpPr/>
          <p:nvPr/>
        </p:nvSpPr>
        <p:spPr>
          <a:xfrm>
            <a:off x="416135" y="4332512"/>
            <a:ext cx="1882003" cy="779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Équipe Data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5F8F0C-A0B9-BFEC-51A7-2C1B6887DECE}"/>
              </a:ext>
            </a:extLst>
          </p:cNvPr>
          <p:cNvSpPr/>
          <p:nvPr/>
        </p:nvSpPr>
        <p:spPr>
          <a:xfrm>
            <a:off x="7566053" y="4021742"/>
            <a:ext cx="3851781" cy="25813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Responsable Data Intelligence</a:t>
            </a:r>
          </a:p>
          <a:p>
            <a:pPr algn="ctr"/>
            <a:r>
              <a:rPr lang="fr-FR" dirty="0"/>
              <a:t>Chef de projet IT</a:t>
            </a:r>
          </a:p>
          <a:p>
            <a:pPr algn="ctr"/>
            <a:r>
              <a:rPr lang="fr-FR" dirty="0"/>
              <a:t>4 Consultant système d’information</a:t>
            </a:r>
          </a:p>
          <a:p>
            <a:pPr algn="ctr"/>
            <a:r>
              <a:rPr lang="fr-FR" dirty="0"/>
              <a:t>2 consultant Data</a:t>
            </a:r>
          </a:p>
          <a:p>
            <a:pPr algn="ctr"/>
            <a:r>
              <a:rPr lang="fr-FR" dirty="0"/>
              <a:t>Un apprentie </a:t>
            </a:r>
          </a:p>
        </p:txBody>
      </p:sp>
    </p:spTree>
    <p:extLst>
      <p:ext uri="{BB962C8B-B14F-4D97-AF65-F5344CB8AC3E}">
        <p14:creationId xmlns:p14="http://schemas.microsoft.com/office/powerpoint/2010/main" val="584521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64D764-780F-6CDE-027F-5EA5B1D90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Mon équipe</a:t>
            </a:r>
          </a:p>
        </p:txBody>
      </p:sp>
      <p:pic>
        <p:nvPicPr>
          <p:cNvPr id="5" name="Image 4" descr="Une image contenant capture d’écran, texte&#10;&#10;Le contenu généré par l’IA peut être incorrect.">
            <a:extLst>
              <a:ext uri="{FF2B5EF4-FFF2-40B4-BE49-F238E27FC236}">
                <a16:creationId xmlns:a16="http://schemas.microsoft.com/office/drawing/2014/main" id="{0B577FE4-F194-1152-8D61-889E781505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579" y="1519492"/>
            <a:ext cx="9754961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418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39E20B-EE24-1DBB-C4FB-ABE45F7FC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Journée type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54BA91-BAEA-6714-9F84-0F10234AA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825216"/>
            <a:ext cx="11350727" cy="4610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Arriver au bureau à 9h</a:t>
            </a:r>
          </a:p>
          <a:p>
            <a:r>
              <a:rPr lang="fr-FR" dirty="0"/>
              <a:t>Réunion d’équipe 10h15</a:t>
            </a:r>
          </a:p>
          <a:p>
            <a:r>
              <a:rPr lang="fr-FR" dirty="0"/>
              <a:t>Avancement de mon projet en autonomie</a:t>
            </a:r>
          </a:p>
          <a:p>
            <a:r>
              <a:rPr lang="fr-FR" dirty="0"/>
              <a:t>Observation du travail de mes collègues </a:t>
            </a:r>
          </a:p>
          <a:p>
            <a:r>
              <a:rPr lang="fr-FR" dirty="0"/>
              <a:t>Reprises du projet en autonomie</a:t>
            </a:r>
          </a:p>
          <a:p>
            <a:r>
              <a:rPr lang="fr-FR" dirty="0"/>
              <a:t>Départ à 17h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5615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39E20B-EE24-1DBB-C4FB-ABE45F7FC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Qu'est-ce que j'ai fait durant mon stage?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54BA91-BAEA-6714-9F84-0F10234AA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699320"/>
            <a:ext cx="11350727" cy="4610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2 jours à l'entreprise et 3 jours en télétravail</a:t>
            </a:r>
          </a:p>
          <a:p>
            <a:r>
              <a:rPr lang="fr-FR" dirty="0"/>
              <a:t>Manipulation de données brutes, leurs nettoyage et leurs transformations avec informatica</a:t>
            </a:r>
          </a:p>
          <a:p>
            <a:r>
              <a:rPr lang="fr-FR" dirty="0"/>
              <a:t>Interrogation des données avec snowflack</a:t>
            </a:r>
          </a:p>
          <a:p>
            <a:r>
              <a:rPr lang="fr-FR" dirty="0"/>
              <a:t>Tri de base de données et vérification de celle-ci </a:t>
            </a:r>
            <a:r>
              <a:rPr lang="fr-FR" dirty="0">
                <a:sym typeface="Wingdings" panose="05000000000000000000" pitchFamily="2" charset="2"/>
              </a:rPr>
              <a:t></a:t>
            </a:r>
            <a:r>
              <a:rPr lang="fr-FR" dirty="0" err="1">
                <a:sym typeface="Wingdings" panose="05000000000000000000" pitchFamily="2" charset="2"/>
              </a:rPr>
              <a:t>snowflake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6524927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</Words>
  <Application>Microsoft Office PowerPoint</Application>
  <PresentationFormat>Grand écran</PresentationFormat>
  <Paragraphs>40</Paragraphs>
  <Slides>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Aptos</vt:lpstr>
      <vt:lpstr>Arial</vt:lpstr>
      <vt:lpstr>Neue Haas Grotesk Text Pro</vt:lpstr>
      <vt:lpstr>Wingdings</vt:lpstr>
      <vt:lpstr>VanillaVTI</vt:lpstr>
      <vt:lpstr>Stage de 1ère année en BTS SIO SLAM</vt:lpstr>
      <vt:lpstr>présentation</vt:lpstr>
      <vt:lpstr>Mon stage  Organigramme d'entreprise  </vt:lpstr>
      <vt:lpstr>Mon équipe</vt:lpstr>
      <vt:lpstr>Journée type</vt:lpstr>
      <vt:lpstr>Qu'est-ce que j'ai fait durant mon stage?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poke 953</cp:lastModifiedBy>
  <cp:revision>70</cp:revision>
  <dcterms:created xsi:type="dcterms:W3CDTF">2025-11-15T14:16:45Z</dcterms:created>
  <dcterms:modified xsi:type="dcterms:W3CDTF">2026-04-29T13:13:43Z</dcterms:modified>
</cp:coreProperties>
</file>