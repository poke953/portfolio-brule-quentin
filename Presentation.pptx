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32DB45-B68A-408A-913F-78C085A6EE4A}" v="545" dt="2025-11-18T14:07:58.322"/>
    <p1510:client id="{67AF54C2-C70C-4024-A6FA-659ABAE6B022}" v="261" dt="2025-11-18T20:05:19.297"/>
    <p1510:client id="{750799B2-6321-41FD-873F-01700368E26C}" v="293" dt="2025-11-18T00:13:47.795"/>
    <p1510:client id="{8ED3E464-459F-4EE1-BF0D-0F3D4528D82B}" v="55" dt="2025-11-19T13:42:47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68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ke 953" userId="c913613eb4ac0ae9" providerId="Windows Live" clId="Web-{91ED1F58-71F7-4F28-826F-FBE41EECC278}"/>
    <pc:docChg chg="addSld modSld addMainMaster delMainMaster">
      <pc:chgData name="poke 953" userId="c913613eb4ac0ae9" providerId="Windows Live" clId="Web-{91ED1F58-71F7-4F28-826F-FBE41EECC278}" dt="2025-11-16T12:35:43.169" v="63" actId="20577"/>
      <pc:docMkLst>
        <pc:docMk/>
      </pc:docMkLst>
      <pc:sldChg chg="addSp delSp modSp mod setBg modClrScheme chgLayout">
        <pc:chgData name="poke 953" userId="c913613eb4ac0ae9" providerId="Windows Live" clId="Web-{91ED1F58-71F7-4F28-826F-FBE41EECC278}" dt="2025-11-16T12:29:46.192" v="46"/>
        <pc:sldMkLst>
          <pc:docMk/>
          <pc:sldMk cId="3784089036" sldId="256"/>
        </pc:sldMkLst>
        <pc:spChg chg="mod">
          <ac:chgData name="poke 953" userId="c913613eb4ac0ae9" providerId="Windows Live" clId="Web-{91ED1F58-71F7-4F28-826F-FBE41EECC278}" dt="2025-11-16T12:29:46.192" v="46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poke 953" userId="c913613eb4ac0ae9" providerId="Windows Live" clId="Web-{91ED1F58-71F7-4F28-826F-FBE41EECC278}" dt="2025-11-16T12:29:46.192" v="46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poke 953" userId="c913613eb4ac0ae9" providerId="Windows Live" clId="Web-{91ED1F58-71F7-4F28-826F-FBE41EECC278}" dt="2025-11-16T12:29:46.192" v="46"/>
          <ac:spMkLst>
            <pc:docMk/>
            <pc:sldMk cId="3784089036" sldId="256"/>
            <ac:spMk id="26" creationId="{5AB5C7EE-A919-646B-4F86-BACCBC52D961}"/>
          </ac:spMkLst>
        </pc:spChg>
        <pc:picChg chg="add mod">
          <ac:chgData name="poke 953" userId="c913613eb4ac0ae9" providerId="Windows Live" clId="Web-{91ED1F58-71F7-4F28-826F-FBE41EECC278}" dt="2025-11-16T12:29:46.192" v="46"/>
          <ac:picMkLst>
            <pc:docMk/>
            <pc:sldMk cId="3784089036" sldId="256"/>
            <ac:picMk id="7" creationId="{817B14CB-F517-2354-C706-4F1E24537EEE}"/>
          </ac:picMkLst>
        </pc:picChg>
      </pc:sldChg>
      <pc:sldChg chg="modSp new">
        <pc:chgData name="poke 953" userId="c913613eb4ac0ae9" providerId="Windows Live" clId="Web-{91ED1F58-71F7-4F28-826F-FBE41EECC278}" dt="2025-11-16T12:35:43.169" v="63" actId="20577"/>
        <pc:sldMkLst>
          <pc:docMk/>
          <pc:sldMk cId="2033124443" sldId="257"/>
        </pc:sldMkLst>
        <pc:spChg chg="mod">
          <ac:chgData name="poke 953" userId="c913613eb4ac0ae9" providerId="Windows Live" clId="Web-{91ED1F58-71F7-4F28-826F-FBE41EECC278}" dt="2025-11-16T12:31:10.551" v="54" actId="20577"/>
          <ac:spMkLst>
            <pc:docMk/>
            <pc:sldMk cId="2033124443" sldId="257"/>
            <ac:spMk id="2" creationId="{740ACF3C-B2D9-532F-C66D-85A75663C67A}"/>
          </ac:spMkLst>
        </pc:spChg>
        <pc:spChg chg="mod">
          <ac:chgData name="poke 953" userId="c913613eb4ac0ae9" providerId="Windows Live" clId="Web-{91ED1F58-71F7-4F28-826F-FBE41EECC278}" dt="2025-11-16T12:35:43.169" v="63" actId="20577"/>
          <ac:spMkLst>
            <pc:docMk/>
            <pc:sldMk cId="2033124443" sldId="257"/>
            <ac:spMk id="3" creationId="{945BE91C-4C09-6560-3210-225079A56955}"/>
          </ac:spMkLst>
        </pc:spChg>
      </pc:sldChg>
      <pc:sldMasterChg chg="add replId addSldLayout">
        <pc:chgData name="poke 953" userId="c913613eb4ac0ae9" providerId="Windows Live" clId="Web-{91ED1F58-71F7-4F28-826F-FBE41EECC278}" dt="2025-11-16T12:18:55.781" v="35"/>
        <pc:sldMasterMkLst>
          <pc:docMk/>
          <pc:sldMasterMk cId="1920457781" sldId="2147483660"/>
        </pc:sldMasterMkLst>
        <pc:sldLayoutChg chg="ad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2105446793" sldId="2147483661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3530714011" sldId="2147483662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3555182978" sldId="2147483663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331114366" sldId="2147483664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1512560825" sldId="2147483665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3239021891" sldId="2147483666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1919877203" sldId="2147483667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590519224" sldId="2147483668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3081640658" sldId="2147483669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1897910840" sldId="2147483670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240778695" sldId="2147483671"/>
          </pc:sldLayoutMkLst>
        </pc:sldLayoutChg>
      </pc:sldMasterChg>
    </pc:docChg>
  </pc:docChgLst>
  <pc:docChgLst>
    <pc:chgData name="poke 953" userId="c913613eb4ac0ae9" providerId="Windows Live" clId="Web-{5D32DB45-B68A-408A-913F-78C085A6EE4A}"/>
    <pc:docChg chg="addSld modSld">
      <pc:chgData name="poke 953" userId="c913613eb4ac0ae9" providerId="Windows Live" clId="Web-{5D32DB45-B68A-408A-913F-78C085A6EE4A}" dt="2025-11-18T14:07:58.322" v="456" actId="20577"/>
      <pc:docMkLst>
        <pc:docMk/>
      </pc:docMkLst>
      <pc:sldChg chg="addSp modSp">
        <pc:chgData name="poke 953" userId="c913613eb4ac0ae9" providerId="Windows Live" clId="Web-{5D32DB45-B68A-408A-913F-78C085A6EE4A}" dt="2025-11-18T13:08:33.912" v="96" actId="20577"/>
        <pc:sldMkLst>
          <pc:docMk/>
          <pc:sldMk cId="621877034" sldId="258"/>
        </pc:sldMkLst>
        <pc:spChg chg="add mod">
          <ac:chgData name="poke 953" userId="c913613eb4ac0ae9" providerId="Windows Live" clId="Web-{5D32DB45-B68A-408A-913F-78C085A6EE4A}" dt="2025-11-18T13:08:33.912" v="96" actId="20577"/>
          <ac:spMkLst>
            <pc:docMk/>
            <pc:sldMk cId="621877034" sldId="258"/>
            <ac:spMk id="3" creationId="{0064D4A9-5531-B352-83F9-EED5E31A5A44}"/>
          </ac:spMkLst>
        </pc:spChg>
      </pc:sldChg>
      <pc:sldChg chg="addSp delSp modSp">
        <pc:chgData name="poke 953" userId="c913613eb4ac0ae9" providerId="Windows Live" clId="Web-{5D32DB45-B68A-408A-913F-78C085A6EE4A}" dt="2025-11-18T13:11:17.398" v="158" actId="20577"/>
        <pc:sldMkLst>
          <pc:docMk/>
          <pc:sldMk cId="1676052078" sldId="260"/>
        </pc:sldMkLst>
        <pc:spChg chg="add del">
          <ac:chgData name="poke 953" userId="c913613eb4ac0ae9" providerId="Windows Live" clId="Web-{5D32DB45-B68A-408A-913F-78C085A6EE4A}" dt="2025-11-18T13:09:16.443" v="98"/>
          <ac:spMkLst>
            <pc:docMk/>
            <pc:sldMk cId="1676052078" sldId="260"/>
            <ac:spMk id="3" creationId="{636F8841-5F1C-16B1-81B6-2AD020EB730C}"/>
          </ac:spMkLst>
        </pc:spChg>
        <pc:spChg chg="mod">
          <ac:chgData name="poke 953" userId="c913613eb4ac0ae9" providerId="Windows Live" clId="Web-{5D32DB45-B68A-408A-913F-78C085A6EE4A}" dt="2025-11-18T13:11:17.398" v="158" actId="20577"/>
          <ac:spMkLst>
            <pc:docMk/>
            <pc:sldMk cId="1676052078" sldId="260"/>
            <ac:spMk id="4" creationId="{CA87834F-FBCC-68E1-540B-B9A576E34975}"/>
          </ac:spMkLst>
        </pc:spChg>
      </pc:sldChg>
      <pc:sldChg chg="modSp new">
        <pc:chgData name="poke 953" userId="c913613eb4ac0ae9" providerId="Windows Live" clId="Web-{5D32DB45-B68A-408A-913F-78C085A6EE4A}" dt="2025-11-18T14:06:06.176" v="388" actId="20577"/>
        <pc:sldMkLst>
          <pc:docMk/>
          <pc:sldMk cId="3556524927" sldId="261"/>
        </pc:sldMkLst>
        <pc:spChg chg="mod">
          <ac:chgData name="poke 953" userId="c913613eb4ac0ae9" providerId="Windows Live" clId="Web-{5D32DB45-B68A-408A-913F-78C085A6EE4A}" dt="2025-11-18T13:11:48.852" v="182" actId="20577"/>
          <ac:spMkLst>
            <pc:docMk/>
            <pc:sldMk cId="3556524927" sldId="261"/>
            <ac:spMk id="2" creationId="{5D39E20B-EE24-1DBB-C4FB-ABE45F7FCF8E}"/>
          </ac:spMkLst>
        </pc:spChg>
        <pc:spChg chg="mod">
          <ac:chgData name="poke 953" userId="c913613eb4ac0ae9" providerId="Windows Live" clId="Web-{5D32DB45-B68A-408A-913F-78C085A6EE4A}" dt="2025-11-18T14:06:06.176" v="388" actId="20577"/>
          <ac:spMkLst>
            <pc:docMk/>
            <pc:sldMk cId="3556524927" sldId="261"/>
            <ac:spMk id="3" creationId="{D654BA91-BAEA-6714-9F84-0F10234AA0BD}"/>
          </ac:spMkLst>
        </pc:spChg>
      </pc:sldChg>
      <pc:sldChg chg="modSp new">
        <pc:chgData name="poke 953" userId="c913613eb4ac0ae9" providerId="Windows Live" clId="Web-{5D32DB45-B68A-408A-913F-78C085A6EE4A}" dt="2025-11-18T14:07:58.322" v="456" actId="20577"/>
        <pc:sldMkLst>
          <pc:docMk/>
          <pc:sldMk cId="1281333838" sldId="262"/>
        </pc:sldMkLst>
        <pc:spChg chg="mod">
          <ac:chgData name="poke 953" userId="c913613eb4ac0ae9" providerId="Windows Live" clId="Web-{5D32DB45-B68A-408A-913F-78C085A6EE4A}" dt="2025-11-18T14:06:17.989" v="398" actId="20577"/>
          <ac:spMkLst>
            <pc:docMk/>
            <pc:sldMk cId="1281333838" sldId="262"/>
            <ac:spMk id="2" creationId="{FBDF1928-F70F-82E4-A0B0-FFDBE6E08E62}"/>
          </ac:spMkLst>
        </pc:spChg>
        <pc:spChg chg="mod">
          <ac:chgData name="poke 953" userId="c913613eb4ac0ae9" providerId="Windows Live" clId="Web-{5D32DB45-B68A-408A-913F-78C085A6EE4A}" dt="2025-11-18T14:07:58.322" v="456" actId="20577"/>
          <ac:spMkLst>
            <pc:docMk/>
            <pc:sldMk cId="1281333838" sldId="262"/>
            <ac:spMk id="3" creationId="{1B058352-71E4-4527-41C2-97A922754AB3}"/>
          </ac:spMkLst>
        </pc:spChg>
      </pc:sldChg>
    </pc:docChg>
  </pc:docChgLst>
  <pc:docChgLst>
    <pc:chgData name="poke 953" userId="c913613eb4ac0ae9" providerId="Windows Live" clId="Web-{750799B2-6321-41FD-873F-01700368E26C}"/>
    <pc:docChg chg="addSld modSld">
      <pc:chgData name="poke 953" userId="c913613eb4ac0ae9" providerId="Windows Live" clId="Web-{750799B2-6321-41FD-873F-01700368E26C}" dt="2025-11-18T00:13:47.795" v="286" actId="1076"/>
      <pc:docMkLst>
        <pc:docMk/>
      </pc:docMkLst>
      <pc:sldChg chg="modSp">
        <pc:chgData name="poke 953" userId="c913613eb4ac0ae9" providerId="Windows Live" clId="Web-{750799B2-6321-41FD-873F-01700368E26C}" dt="2025-11-17T23:59:30.707" v="48" actId="20577"/>
        <pc:sldMkLst>
          <pc:docMk/>
          <pc:sldMk cId="2033124443" sldId="257"/>
        </pc:sldMkLst>
        <pc:spChg chg="mod">
          <ac:chgData name="poke 953" userId="c913613eb4ac0ae9" providerId="Windows Live" clId="Web-{750799B2-6321-41FD-873F-01700368E26C}" dt="2025-11-17T23:59:30.707" v="48" actId="20577"/>
          <ac:spMkLst>
            <pc:docMk/>
            <pc:sldMk cId="2033124443" sldId="257"/>
            <ac:spMk id="3" creationId="{945BE91C-4C09-6560-3210-225079A56955}"/>
          </ac:spMkLst>
        </pc:spChg>
      </pc:sldChg>
      <pc:sldChg chg="addSp delSp modSp new">
        <pc:chgData name="poke 953" userId="c913613eb4ac0ae9" providerId="Windows Live" clId="Web-{750799B2-6321-41FD-873F-01700368E26C}" dt="2025-11-18T00:10:29.076" v="223"/>
        <pc:sldMkLst>
          <pc:docMk/>
          <pc:sldMk cId="621877034" sldId="258"/>
        </pc:sldMkLst>
        <pc:spChg chg="mod">
          <ac:chgData name="poke 953" userId="c913613eb4ac0ae9" providerId="Windows Live" clId="Web-{750799B2-6321-41FD-873F-01700368E26C}" dt="2025-11-17T23:59:50.895" v="59" actId="20577"/>
          <ac:spMkLst>
            <pc:docMk/>
            <pc:sldMk cId="621877034" sldId="258"/>
            <ac:spMk id="2" creationId="{CAF17746-388F-8B24-EAFB-794E17F91460}"/>
          </ac:spMkLst>
        </pc:spChg>
        <pc:spChg chg="del">
          <ac:chgData name="poke 953" userId="c913613eb4ac0ae9" providerId="Windows Live" clId="Web-{750799B2-6321-41FD-873F-01700368E26C}" dt="2025-11-18T00:08:58.458" v="191"/>
          <ac:spMkLst>
            <pc:docMk/>
            <pc:sldMk cId="621877034" sldId="258"/>
            <ac:spMk id="3" creationId="{F6FAB79D-4BD6-0C22-ED23-CFCC2E0AEF17}"/>
          </ac:spMkLst>
        </pc:spChg>
        <pc:spChg chg="add del mod">
          <ac:chgData name="poke 953" userId="c913613eb4ac0ae9" providerId="Windows Live" clId="Web-{750799B2-6321-41FD-873F-01700368E26C}" dt="2025-11-18T00:10:29.076" v="223"/>
          <ac:spMkLst>
            <pc:docMk/>
            <pc:sldMk cId="621877034" sldId="258"/>
            <ac:spMk id="4" creationId="{CA87834F-FBCC-68E1-540B-B9A576E34975}"/>
          </ac:spMkLst>
        </pc:spChg>
      </pc:sldChg>
      <pc:sldChg chg="addSp delSp modSp new">
        <pc:chgData name="poke 953" userId="c913613eb4ac0ae9" providerId="Windows Live" clId="Web-{750799B2-6321-41FD-873F-01700368E26C}" dt="2025-11-18T00:13:47.795" v="286" actId="1076"/>
        <pc:sldMkLst>
          <pc:docMk/>
          <pc:sldMk cId="584521698" sldId="259"/>
        </pc:sldMkLst>
        <pc:spChg chg="mod">
          <ac:chgData name="poke 953" userId="c913613eb4ac0ae9" providerId="Windows Live" clId="Web-{750799B2-6321-41FD-873F-01700368E26C}" dt="2025-11-18T00:13:27.606" v="272" actId="20577"/>
          <ac:spMkLst>
            <pc:docMk/>
            <pc:sldMk cId="584521698" sldId="259"/>
            <ac:spMk id="2" creationId="{5DFAA439-639D-283E-D639-A85F2E2B2276}"/>
          </ac:spMkLst>
        </pc:spChg>
        <pc:spChg chg="del mod">
          <ac:chgData name="poke 953" userId="c913613eb4ac0ae9" providerId="Windows Live" clId="Web-{750799B2-6321-41FD-873F-01700368E26C}" dt="2025-11-18T00:08:45.363" v="188"/>
          <ac:spMkLst>
            <pc:docMk/>
            <pc:sldMk cId="584521698" sldId="259"/>
            <ac:spMk id="3" creationId="{CA87834F-FBCC-68E1-540B-B9A576E34975}"/>
          </ac:spMkLst>
        </pc:spChg>
        <pc:spChg chg="add mod">
          <ac:chgData name="poke 953" userId="c913613eb4ac0ae9" providerId="Windows Live" clId="Web-{750799B2-6321-41FD-873F-01700368E26C}" dt="2025-11-18T00:13:47.717" v="274" actId="1076"/>
          <ac:spMkLst>
            <pc:docMk/>
            <pc:sldMk cId="584521698" sldId="259"/>
            <ac:spMk id="4" creationId="{5DC2E94C-8511-6AAF-81FC-C37DAEBE0E19}"/>
          </ac:spMkLst>
        </pc:spChg>
        <pc:spChg chg="add mod">
          <ac:chgData name="poke 953" userId="c913613eb4ac0ae9" providerId="Windows Live" clId="Web-{750799B2-6321-41FD-873F-01700368E26C}" dt="2025-11-18T00:13:47.732" v="275" actId="1076"/>
          <ac:spMkLst>
            <pc:docMk/>
            <pc:sldMk cId="584521698" sldId="259"/>
            <ac:spMk id="5" creationId="{F064B1B7-8AFA-6762-17DD-D5B76FD6794D}"/>
          </ac:spMkLst>
        </pc:spChg>
        <pc:spChg chg="add mod">
          <ac:chgData name="poke 953" userId="c913613eb4ac0ae9" providerId="Windows Live" clId="Web-{750799B2-6321-41FD-873F-01700368E26C}" dt="2025-11-18T00:13:47.732" v="276" actId="1076"/>
          <ac:spMkLst>
            <pc:docMk/>
            <pc:sldMk cId="584521698" sldId="259"/>
            <ac:spMk id="6" creationId="{A1E9504A-CE51-B369-8640-A44E9231CE9D}"/>
          </ac:spMkLst>
        </pc:spChg>
        <pc:spChg chg="add mod">
          <ac:chgData name="poke 953" userId="c913613eb4ac0ae9" providerId="Windows Live" clId="Web-{750799B2-6321-41FD-873F-01700368E26C}" dt="2025-11-18T00:13:47.748" v="277" actId="1076"/>
          <ac:spMkLst>
            <pc:docMk/>
            <pc:sldMk cId="584521698" sldId="259"/>
            <ac:spMk id="7" creationId="{165CB523-A997-AC0A-A74A-350ACDB73A2F}"/>
          </ac:spMkLst>
        </pc:spChg>
        <pc:spChg chg="add mod">
          <ac:chgData name="poke 953" userId="c913613eb4ac0ae9" providerId="Windows Live" clId="Web-{750799B2-6321-41FD-873F-01700368E26C}" dt="2025-11-18T00:13:47.748" v="278" actId="1076"/>
          <ac:spMkLst>
            <pc:docMk/>
            <pc:sldMk cId="584521698" sldId="259"/>
            <ac:spMk id="8" creationId="{60C32BCE-541F-288E-AC71-5D31FB56FABB}"/>
          </ac:spMkLst>
        </pc:spChg>
        <pc:spChg chg="add mod">
          <ac:chgData name="poke 953" userId="c913613eb4ac0ae9" providerId="Windows Live" clId="Web-{750799B2-6321-41FD-873F-01700368E26C}" dt="2025-11-18T00:13:47.764" v="279" actId="1076"/>
          <ac:spMkLst>
            <pc:docMk/>
            <pc:sldMk cId="584521698" sldId="259"/>
            <ac:spMk id="9" creationId="{2BFFCAB5-DE67-9473-9566-D6A96E1D995A}"/>
          </ac:spMkLst>
        </pc:spChg>
        <pc:spChg chg="add mod">
          <ac:chgData name="poke 953" userId="c913613eb4ac0ae9" providerId="Windows Live" clId="Web-{750799B2-6321-41FD-873F-01700368E26C}" dt="2025-11-18T00:13:47.795" v="285" actId="1076"/>
          <ac:spMkLst>
            <pc:docMk/>
            <pc:sldMk cId="584521698" sldId="259"/>
            <ac:spMk id="16" creationId="{B0627B92-AFD2-E960-17C1-98F1A3B87450}"/>
          </ac:spMkLst>
        </pc:spChg>
        <pc:spChg chg="add del mod">
          <ac:chgData name="poke 953" userId="c913613eb4ac0ae9" providerId="Windows Live" clId="Web-{750799B2-6321-41FD-873F-01700368E26C}" dt="2025-11-18T00:13:35.919" v="273"/>
          <ac:spMkLst>
            <pc:docMk/>
            <pc:sldMk cId="584521698" sldId="259"/>
            <ac:spMk id="19" creationId="{1A23AC74-838A-B747-E430-1BA1709D00A2}"/>
          </ac:spMkLst>
        </pc:spChg>
        <pc:cxnChg chg="add del">
          <ac:chgData name="poke 953" userId="c913613eb4ac0ae9" providerId="Windows Live" clId="Web-{750799B2-6321-41FD-873F-01700368E26C}" dt="2025-11-18T00:05:56.672" v="156"/>
          <ac:cxnSpMkLst>
            <pc:docMk/>
            <pc:sldMk cId="584521698" sldId="259"/>
            <ac:cxnSpMk id="10" creationId="{FE34D541-2882-2B5E-A991-4BFC6E4CD61A}"/>
          </ac:cxnSpMkLst>
        </pc:cxnChg>
        <pc:cxnChg chg="add mod">
          <ac:chgData name="poke 953" userId="c913613eb4ac0ae9" providerId="Windows Live" clId="Web-{750799B2-6321-41FD-873F-01700368E26C}" dt="2025-11-18T00:13:47.764" v="280" actId="1076"/>
          <ac:cxnSpMkLst>
            <pc:docMk/>
            <pc:sldMk cId="584521698" sldId="259"/>
            <ac:cxnSpMk id="11" creationId="{E072F568-955B-B7B2-A1F9-BF1515245194}"/>
          </ac:cxnSpMkLst>
        </pc:cxnChg>
        <pc:cxnChg chg="add mod">
          <ac:chgData name="poke 953" userId="c913613eb4ac0ae9" providerId="Windows Live" clId="Web-{750799B2-6321-41FD-873F-01700368E26C}" dt="2025-11-18T00:13:47.764" v="281" actId="1076"/>
          <ac:cxnSpMkLst>
            <pc:docMk/>
            <pc:sldMk cId="584521698" sldId="259"/>
            <ac:cxnSpMk id="12" creationId="{88FFA6AB-47C3-1A49-83CB-F8FED3EB3264}"/>
          </ac:cxnSpMkLst>
        </pc:cxnChg>
        <pc:cxnChg chg="add mod">
          <ac:chgData name="poke 953" userId="c913613eb4ac0ae9" providerId="Windows Live" clId="Web-{750799B2-6321-41FD-873F-01700368E26C}" dt="2025-11-18T00:13:47.779" v="282" actId="1076"/>
          <ac:cxnSpMkLst>
            <pc:docMk/>
            <pc:sldMk cId="584521698" sldId="259"/>
            <ac:cxnSpMk id="13" creationId="{F357EF74-AAE6-4DBB-C2C5-B2C664C5C047}"/>
          </ac:cxnSpMkLst>
        </pc:cxnChg>
        <pc:cxnChg chg="add mod">
          <ac:chgData name="poke 953" userId="c913613eb4ac0ae9" providerId="Windows Live" clId="Web-{750799B2-6321-41FD-873F-01700368E26C}" dt="2025-11-18T00:13:47.779" v="283" actId="1076"/>
          <ac:cxnSpMkLst>
            <pc:docMk/>
            <pc:sldMk cId="584521698" sldId="259"/>
            <ac:cxnSpMk id="14" creationId="{2EADF498-4AAF-C653-9FB6-5FF00BE6D94D}"/>
          </ac:cxnSpMkLst>
        </pc:cxnChg>
        <pc:cxnChg chg="add mod">
          <ac:chgData name="poke 953" userId="c913613eb4ac0ae9" providerId="Windows Live" clId="Web-{750799B2-6321-41FD-873F-01700368E26C}" dt="2025-11-18T00:13:47.779" v="284" actId="1076"/>
          <ac:cxnSpMkLst>
            <pc:docMk/>
            <pc:sldMk cId="584521698" sldId="259"/>
            <ac:cxnSpMk id="15" creationId="{B543BFAD-6201-383A-58F2-00F2715A9DD7}"/>
          </ac:cxnSpMkLst>
        </pc:cxnChg>
        <pc:cxnChg chg="add mod">
          <ac:chgData name="poke 953" userId="c913613eb4ac0ae9" providerId="Windows Live" clId="Web-{750799B2-6321-41FD-873F-01700368E26C}" dt="2025-11-18T00:13:47.795" v="286" actId="1076"/>
          <ac:cxnSpMkLst>
            <pc:docMk/>
            <pc:sldMk cId="584521698" sldId="259"/>
            <ac:cxnSpMk id="17" creationId="{414247FA-FC08-C026-2B63-40409D1EF679}"/>
          </ac:cxnSpMkLst>
        </pc:cxnChg>
      </pc:sldChg>
      <pc:sldChg chg="addSp delSp modSp new">
        <pc:chgData name="poke 953" userId="c913613eb4ac0ae9" providerId="Windows Live" clId="Web-{750799B2-6321-41FD-873F-01700368E26C}" dt="2025-11-18T00:11:40.252" v="255" actId="20577"/>
        <pc:sldMkLst>
          <pc:docMk/>
          <pc:sldMk cId="1676052078" sldId="260"/>
        </pc:sldMkLst>
        <pc:spChg chg="mod">
          <ac:chgData name="poke 953" userId="c913613eb4ac0ae9" providerId="Windows Live" clId="Web-{750799B2-6321-41FD-873F-01700368E26C}" dt="2025-11-18T00:11:40.252" v="255" actId="20577"/>
          <ac:spMkLst>
            <pc:docMk/>
            <pc:sldMk cId="1676052078" sldId="260"/>
            <ac:spMk id="2" creationId="{AD0CF682-A829-1CE0-BEEC-E4407D9971FB}"/>
          </ac:spMkLst>
        </pc:spChg>
        <pc:spChg chg="del mod">
          <ac:chgData name="poke 953" userId="c913613eb4ac0ae9" providerId="Windows Live" clId="Web-{750799B2-6321-41FD-873F-01700368E26C}" dt="2025-11-18T00:10:45.827" v="227"/>
          <ac:spMkLst>
            <pc:docMk/>
            <pc:sldMk cId="1676052078" sldId="260"/>
            <ac:spMk id="3" creationId="{DCDCF09D-D15A-5263-7894-514F13C5C247}"/>
          </ac:spMkLst>
        </pc:spChg>
        <pc:spChg chg="add mod">
          <ac:chgData name="poke 953" userId="c913613eb4ac0ae9" providerId="Windows Live" clId="Web-{750799B2-6321-41FD-873F-01700368E26C}" dt="2025-11-18T00:10:53.468" v="229" actId="20577"/>
          <ac:spMkLst>
            <pc:docMk/>
            <pc:sldMk cId="1676052078" sldId="260"/>
            <ac:spMk id="4" creationId="{CA87834F-FBCC-68E1-540B-B9A576E34975}"/>
          </ac:spMkLst>
        </pc:spChg>
      </pc:sldChg>
    </pc:docChg>
  </pc:docChgLst>
  <pc:docChgLst>
    <pc:chgData name="poke 953" userId="c913613eb4ac0ae9" providerId="Windows Live" clId="Web-{8ED3E464-459F-4EE1-BF0D-0F3D4528D82B}"/>
    <pc:docChg chg="modSld">
      <pc:chgData name="poke 953" userId="c913613eb4ac0ae9" providerId="Windows Live" clId="Web-{8ED3E464-459F-4EE1-BF0D-0F3D4528D82B}" dt="2025-11-19T13:42:47.211" v="55" actId="20577"/>
      <pc:docMkLst>
        <pc:docMk/>
      </pc:docMkLst>
      <pc:sldChg chg="modSp">
        <pc:chgData name="poke 953" userId="c913613eb4ac0ae9" providerId="Windows Live" clId="Web-{8ED3E464-459F-4EE1-BF0D-0F3D4528D82B}" dt="2025-11-19T13:42:47.211" v="55" actId="20577"/>
        <pc:sldMkLst>
          <pc:docMk/>
          <pc:sldMk cId="2033124443" sldId="257"/>
        </pc:sldMkLst>
        <pc:spChg chg="mod">
          <ac:chgData name="poke 953" userId="c913613eb4ac0ae9" providerId="Windows Live" clId="Web-{8ED3E464-459F-4EE1-BF0D-0F3D4528D82B}" dt="2025-11-19T13:42:47.211" v="55" actId="20577"/>
          <ac:spMkLst>
            <pc:docMk/>
            <pc:sldMk cId="2033124443" sldId="257"/>
            <ac:spMk id="3" creationId="{945BE91C-4C09-6560-3210-225079A56955}"/>
          </ac:spMkLst>
        </pc:spChg>
      </pc:sldChg>
      <pc:sldChg chg="modSp">
        <pc:chgData name="poke 953" userId="c913613eb4ac0ae9" providerId="Windows Live" clId="Web-{8ED3E464-459F-4EE1-BF0D-0F3D4528D82B}" dt="2025-11-19T07:55:39.203" v="5" actId="20577"/>
        <pc:sldMkLst>
          <pc:docMk/>
          <pc:sldMk cId="1676052078" sldId="260"/>
        </pc:sldMkLst>
        <pc:spChg chg="mod">
          <ac:chgData name="poke 953" userId="c913613eb4ac0ae9" providerId="Windows Live" clId="Web-{8ED3E464-459F-4EE1-BF0D-0F3D4528D82B}" dt="2025-11-19T07:55:39.203" v="5" actId="20577"/>
          <ac:spMkLst>
            <pc:docMk/>
            <pc:sldMk cId="1676052078" sldId="260"/>
            <ac:spMk id="4" creationId="{CA87834F-FBCC-68E1-540B-B9A576E34975}"/>
          </ac:spMkLst>
        </pc:spChg>
      </pc:sldChg>
      <pc:sldChg chg="modSp">
        <pc:chgData name="poke 953" userId="c913613eb4ac0ae9" providerId="Windows Live" clId="Web-{8ED3E464-459F-4EE1-BF0D-0F3D4528D82B}" dt="2025-11-19T08:05:19.398" v="7" actId="20577"/>
        <pc:sldMkLst>
          <pc:docMk/>
          <pc:sldMk cId="3556524927" sldId="261"/>
        </pc:sldMkLst>
        <pc:spChg chg="mod">
          <ac:chgData name="poke 953" userId="c913613eb4ac0ae9" providerId="Windows Live" clId="Web-{8ED3E464-459F-4EE1-BF0D-0F3D4528D82B}" dt="2025-11-19T08:05:19.398" v="7" actId="20577"/>
          <ac:spMkLst>
            <pc:docMk/>
            <pc:sldMk cId="3556524927" sldId="261"/>
            <ac:spMk id="3" creationId="{D654BA91-BAEA-6714-9F84-0F10234AA0BD}"/>
          </ac:spMkLst>
        </pc:spChg>
      </pc:sldChg>
    </pc:docChg>
  </pc:docChgLst>
  <pc:docChgLst>
    <pc:chgData name="poke 953" userId="c913613eb4ac0ae9" providerId="Windows Live" clId="Web-{67AF54C2-C70C-4024-A6FA-659ABAE6B022}"/>
    <pc:docChg chg="addSld modSld">
      <pc:chgData name="poke 953" userId="c913613eb4ac0ae9" providerId="Windows Live" clId="Web-{67AF54C2-C70C-4024-A6FA-659ABAE6B022}" dt="2025-11-18T20:05:18.969" v="247" actId="20577"/>
      <pc:docMkLst>
        <pc:docMk/>
      </pc:docMkLst>
      <pc:sldChg chg="modSp">
        <pc:chgData name="poke 953" userId="c913613eb4ac0ae9" providerId="Windows Live" clId="Web-{67AF54C2-C70C-4024-A6FA-659ABAE6B022}" dt="2025-11-18T14:43:00.055" v="103" actId="20577"/>
        <pc:sldMkLst>
          <pc:docMk/>
          <pc:sldMk cId="2033124443" sldId="257"/>
        </pc:sldMkLst>
        <pc:spChg chg="mod">
          <ac:chgData name="poke 953" userId="c913613eb4ac0ae9" providerId="Windows Live" clId="Web-{67AF54C2-C70C-4024-A6FA-659ABAE6B022}" dt="2025-11-18T14:43:00.055" v="103" actId="20577"/>
          <ac:spMkLst>
            <pc:docMk/>
            <pc:sldMk cId="2033124443" sldId="257"/>
            <ac:spMk id="3" creationId="{945BE91C-4C09-6560-3210-225079A56955}"/>
          </ac:spMkLst>
        </pc:spChg>
      </pc:sldChg>
      <pc:sldChg chg="modSp">
        <pc:chgData name="poke 953" userId="c913613eb4ac0ae9" providerId="Windows Live" clId="Web-{67AF54C2-C70C-4024-A6FA-659ABAE6B022}" dt="2025-11-18T14:44:00.259" v="117" actId="20577"/>
        <pc:sldMkLst>
          <pc:docMk/>
          <pc:sldMk cId="621877034" sldId="258"/>
        </pc:sldMkLst>
        <pc:spChg chg="mod">
          <ac:chgData name="poke 953" userId="c913613eb4ac0ae9" providerId="Windows Live" clId="Web-{67AF54C2-C70C-4024-A6FA-659ABAE6B022}" dt="2025-11-18T14:44:00.259" v="117" actId="20577"/>
          <ac:spMkLst>
            <pc:docMk/>
            <pc:sldMk cId="621877034" sldId="258"/>
            <ac:spMk id="3" creationId="{0064D4A9-5531-B352-83F9-EED5E31A5A44}"/>
          </ac:spMkLst>
        </pc:spChg>
      </pc:sldChg>
      <pc:sldChg chg="modSp">
        <pc:chgData name="poke 953" userId="c913613eb4ac0ae9" providerId="Windows Live" clId="Web-{67AF54C2-C70C-4024-A6FA-659ABAE6B022}" dt="2025-11-18T20:04:07.140" v="241" actId="20577"/>
        <pc:sldMkLst>
          <pc:docMk/>
          <pc:sldMk cId="584521698" sldId="259"/>
        </pc:sldMkLst>
        <pc:spChg chg="mod">
          <ac:chgData name="poke 953" userId="c913613eb4ac0ae9" providerId="Windows Live" clId="Web-{67AF54C2-C70C-4024-A6FA-659ABAE6B022}" dt="2025-11-18T20:04:07.140" v="241" actId="20577"/>
          <ac:spMkLst>
            <pc:docMk/>
            <pc:sldMk cId="584521698" sldId="259"/>
            <ac:spMk id="5" creationId="{F064B1B7-8AFA-6762-17DD-D5B76FD6794D}"/>
          </ac:spMkLst>
        </pc:spChg>
        <pc:spChg chg="mod">
          <ac:chgData name="poke 953" userId="c913613eb4ac0ae9" providerId="Windows Live" clId="Web-{67AF54C2-C70C-4024-A6FA-659ABAE6B022}" dt="2025-11-18T20:04:04.827" v="239" actId="20577"/>
          <ac:spMkLst>
            <pc:docMk/>
            <pc:sldMk cId="584521698" sldId="259"/>
            <ac:spMk id="6" creationId="{A1E9504A-CE51-B369-8640-A44E9231CE9D}"/>
          </ac:spMkLst>
        </pc:spChg>
        <pc:spChg chg="mod">
          <ac:chgData name="poke 953" userId="c913613eb4ac0ae9" providerId="Windows Live" clId="Web-{67AF54C2-C70C-4024-A6FA-659ABAE6B022}" dt="2025-11-18T20:03:55.733" v="235" actId="20577"/>
          <ac:spMkLst>
            <pc:docMk/>
            <pc:sldMk cId="584521698" sldId="259"/>
            <ac:spMk id="8" creationId="{60C32BCE-541F-288E-AC71-5D31FB56FABB}"/>
          </ac:spMkLst>
        </pc:spChg>
      </pc:sldChg>
      <pc:sldChg chg="modSp">
        <pc:chgData name="poke 953" userId="c913613eb4ac0ae9" providerId="Windows Live" clId="Web-{67AF54C2-C70C-4024-A6FA-659ABAE6B022}" dt="2025-11-18T20:04:38.984" v="243" actId="20577"/>
        <pc:sldMkLst>
          <pc:docMk/>
          <pc:sldMk cId="1676052078" sldId="260"/>
        </pc:sldMkLst>
        <pc:spChg chg="mod">
          <ac:chgData name="poke 953" userId="c913613eb4ac0ae9" providerId="Windows Live" clId="Web-{67AF54C2-C70C-4024-A6FA-659ABAE6B022}" dt="2025-11-18T20:04:38.984" v="243" actId="20577"/>
          <ac:spMkLst>
            <pc:docMk/>
            <pc:sldMk cId="1676052078" sldId="260"/>
            <ac:spMk id="4" creationId="{CA87834F-FBCC-68E1-540B-B9A576E34975}"/>
          </ac:spMkLst>
        </pc:spChg>
      </pc:sldChg>
      <pc:sldChg chg="modSp">
        <pc:chgData name="poke 953" userId="c913613eb4ac0ae9" providerId="Windows Live" clId="Web-{67AF54C2-C70C-4024-A6FA-659ABAE6B022}" dt="2025-11-18T14:38:36.876" v="38" actId="20577"/>
        <pc:sldMkLst>
          <pc:docMk/>
          <pc:sldMk cId="3556524927" sldId="261"/>
        </pc:sldMkLst>
        <pc:spChg chg="mod">
          <ac:chgData name="poke 953" userId="c913613eb4ac0ae9" providerId="Windows Live" clId="Web-{67AF54C2-C70C-4024-A6FA-659ABAE6B022}" dt="2025-11-18T14:38:36.876" v="38" actId="20577"/>
          <ac:spMkLst>
            <pc:docMk/>
            <pc:sldMk cId="3556524927" sldId="261"/>
            <ac:spMk id="3" creationId="{D654BA91-BAEA-6714-9F84-0F10234AA0BD}"/>
          </ac:spMkLst>
        </pc:spChg>
      </pc:sldChg>
      <pc:sldChg chg="modSp">
        <pc:chgData name="poke 953" userId="c913613eb4ac0ae9" providerId="Windows Live" clId="Web-{67AF54C2-C70C-4024-A6FA-659ABAE6B022}" dt="2025-11-18T14:46:20.777" v="120" actId="20577"/>
        <pc:sldMkLst>
          <pc:docMk/>
          <pc:sldMk cId="1281333838" sldId="262"/>
        </pc:sldMkLst>
        <pc:spChg chg="mod">
          <ac:chgData name="poke 953" userId="c913613eb4ac0ae9" providerId="Windows Live" clId="Web-{67AF54C2-C70C-4024-A6FA-659ABAE6B022}" dt="2025-11-18T14:39:36.722" v="97" actId="20577"/>
          <ac:spMkLst>
            <pc:docMk/>
            <pc:sldMk cId="1281333838" sldId="262"/>
            <ac:spMk id="2" creationId="{FBDF1928-F70F-82E4-A0B0-FFDBE6E08E62}"/>
          </ac:spMkLst>
        </pc:spChg>
        <pc:spChg chg="mod">
          <ac:chgData name="poke 953" userId="c913613eb4ac0ae9" providerId="Windows Live" clId="Web-{67AF54C2-C70C-4024-A6FA-659ABAE6B022}" dt="2025-11-18T14:46:20.777" v="120" actId="20577"/>
          <ac:spMkLst>
            <pc:docMk/>
            <pc:sldMk cId="1281333838" sldId="262"/>
            <ac:spMk id="3" creationId="{1B058352-71E4-4527-41C2-97A922754AB3}"/>
          </ac:spMkLst>
        </pc:spChg>
      </pc:sldChg>
      <pc:sldChg chg="modSp new">
        <pc:chgData name="poke 953" userId="c913613eb4ac0ae9" providerId="Windows Live" clId="Web-{67AF54C2-C70C-4024-A6FA-659ABAE6B022}" dt="2025-11-18T20:05:18.969" v="247" actId="20577"/>
        <pc:sldMkLst>
          <pc:docMk/>
          <pc:sldMk cId="2328205133" sldId="263"/>
        </pc:sldMkLst>
        <pc:spChg chg="mod">
          <ac:chgData name="poke 953" userId="c913613eb4ac0ae9" providerId="Windows Live" clId="Web-{67AF54C2-C70C-4024-A6FA-659ABAE6B022}" dt="2025-11-18T14:48:04.528" v="124" actId="20577"/>
          <ac:spMkLst>
            <pc:docMk/>
            <pc:sldMk cId="2328205133" sldId="263"/>
            <ac:spMk id="2" creationId="{AF565C8F-EB08-57D9-BD8E-59F3287C854E}"/>
          </ac:spMkLst>
        </pc:spChg>
        <pc:spChg chg="mod">
          <ac:chgData name="poke 953" userId="c913613eb4ac0ae9" providerId="Windows Live" clId="Web-{67AF54C2-C70C-4024-A6FA-659ABAE6B022}" dt="2025-11-18T20:05:18.969" v="247" actId="20577"/>
          <ac:spMkLst>
            <pc:docMk/>
            <pc:sldMk cId="2328205133" sldId="263"/>
            <ac:spMk id="3" creationId="{5819A2DB-AE7E-2B6A-EC84-1FBE0222DBA6}"/>
          </ac:spMkLst>
        </pc:spChg>
      </pc:sldChg>
    </pc:docChg>
  </pc:docChgLst>
  <pc:docChgLst>
    <pc:chgData name="poke 953" userId="c913613eb4ac0ae9" providerId="Windows Live" clId="Web-{120B2B6B-CC6C-494C-8ABA-7C2200B463BC}"/>
    <pc:docChg chg="modSld">
      <pc:chgData name="poke 953" userId="c913613eb4ac0ae9" providerId="Windows Live" clId="Web-{120B2B6B-CC6C-494C-8ABA-7C2200B463BC}" dt="2025-11-16T18:10:13.376" v="3"/>
      <pc:docMkLst>
        <pc:docMk/>
      </pc:docMkLst>
      <pc:sldChg chg="addSp delSp modSp">
        <pc:chgData name="poke 953" userId="c913613eb4ac0ae9" providerId="Windows Live" clId="Web-{120B2B6B-CC6C-494C-8ABA-7C2200B463BC}" dt="2025-11-16T18:10:13.376" v="3"/>
        <pc:sldMkLst>
          <pc:docMk/>
          <pc:sldMk cId="3784089036" sldId="256"/>
        </pc:sldMkLst>
        <pc:picChg chg="add del">
          <ac:chgData name="poke 953" userId="c913613eb4ac0ae9" providerId="Windows Live" clId="Web-{120B2B6B-CC6C-494C-8ABA-7C2200B463BC}" dt="2025-11-16T18:10:13.376" v="3"/>
          <ac:picMkLst>
            <pc:docMk/>
            <pc:sldMk cId="3784089036" sldId="256"/>
            <ac:picMk id="7" creationId="{817B14CB-F517-2354-C706-4F1E24537EE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8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10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4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1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77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60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8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1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4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5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AB5C7EE-A919-646B-4F86-BACCBC52D9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388642" y="1104181"/>
            <a:ext cx="3406543" cy="2779731"/>
          </a:xfrm>
        </p:spPr>
        <p:txBody>
          <a:bodyPr>
            <a:normAutofit/>
          </a:bodyPr>
          <a:lstStyle/>
          <a:p>
            <a:r>
              <a:rPr lang="fr-FR" sz="3600"/>
              <a:t>Stage de 1ère année en BTS SIO SLAM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388643" y="3901164"/>
            <a:ext cx="3406542" cy="15421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b="1" i="1"/>
              <a:t>LA CNP Assurance </a:t>
            </a:r>
          </a:p>
        </p:txBody>
      </p:sp>
      <p:pic>
        <p:nvPicPr>
          <p:cNvPr id="7" name="Image 6" descr="Une image contenant text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817B14CB-F517-2354-C706-4F1E24537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49" y="574131"/>
            <a:ext cx="6858544" cy="57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ACF3C-B2D9-532F-C66D-85A75663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5BE91C-4C09-6560-3210-225079A56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lvl="1"/>
            <a:r>
              <a:rPr lang="fr-FR" sz="2800" b="1" dirty="0">
                <a:latin typeface="Arial"/>
                <a:cs typeface="Arial"/>
              </a:rPr>
              <a:t>Date de création : </a:t>
            </a:r>
            <a:r>
              <a:rPr lang="fr-FR" sz="2800" b="1" dirty="0">
                <a:solidFill>
                  <a:srgbClr val="282727"/>
                </a:solidFill>
                <a:latin typeface="Arial"/>
                <a:ea typeface="+mn-lt"/>
                <a:cs typeface="+mn-lt"/>
              </a:rPr>
              <a:t> 1</a:t>
            </a:r>
            <a:r>
              <a:rPr lang="fr-FR" sz="2800" b="1" baseline="30000" dirty="0">
                <a:solidFill>
                  <a:srgbClr val="282727"/>
                </a:solidFill>
                <a:latin typeface="Arial"/>
                <a:ea typeface="+mn-lt"/>
                <a:cs typeface="Arial"/>
              </a:rPr>
              <a:t>er</a:t>
            </a:r>
            <a:r>
              <a:rPr lang="fr-FR" sz="2800" b="1" dirty="0">
                <a:solidFill>
                  <a:srgbClr val="282727"/>
                </a:solidFill>
                <a:latin typeface="Arial"/>
                <a:ea typeface="+mn-lt"/>
                <a:cs typeface="+mn-lt"/>
              </a:rPr>
              <a:t> janvier 2025</a:t>
            </a:r>
            <a:endParaRPr lang="fr-FR" sz="2800" b="1" dirty="0">
              <a:solidFill>
                <a:srgbClr val="202122"/>
              </a:solidFill>
              <a:latin typeface="Arial"/>
              <a:ea typeface="+mn-lt"/>
              <a:cs typeface="+mn-lt"/>
            </a:endParaRPr>
          </a:p>
          <a:p>
            <a:pPr lvl="1"/>
            <a:r>
              <a:rPr lang="fr-FR" sz="2800" b="1" dirty="0">
                <a:solidFill>
                  <a:srgbClr val="282727"/>
                </a:solidFill>
                <a:latin typeface="Arial"/>
                <a:cs typeface="Arial"/>
              </a:rPr>
              <a:t>Fusion CNP assurance et de la mutuel général</a:t>
            </a:r>
          </a:p>
          <a:p>
            <a:pPr lvl="1"/>
            <a:r>
              <a:rPr lang="fr-FR" sz="2800" dirty="0">
                <a:solidFill>
                  <a:srgbClr val="282727"/>
                </a:solidFill>
                <a:ea typeface="+mn-lt"/>
                <a:cs typeface="+mn-lt"/>
              </a:rPr>
              <a:t>détenue à 65% par CNP Assurances</a:t>
            </a:r>
            <a:endParaRPr lang="fr-FR" sz="2800" b="1" dirty="0">
              <a:solidFill>
                <a:srgbClr val="282727"/>
              </a:solidFill>
              <a:ea typeface="+mn-lt"/>
              <a:cs typeface="+mn-lt"/>
            </a:endParaRPr>
          </a:p>
          <a:p>
            <a:pPr lvl="1"/>
            <a:r>
              <a:rPr lang="fr-FR" sz="2800" dirty="0">
                <a:solidFill>
                  <a:srgbClr val="282727"/>
                </a:solidFill>
                <a:ea typeface="+mn-lt"/>
                <a:cs typeface="+mn-lt"/>
              </a:rPr>
              <a:t>Détenus à 35% par la mutuel général</a:t>
            </a:r>
          </a:p>
          <a:p>
            <a:pPr lvl="1"/>
            <a:r>
              <a:rPr lang="fr-FR" sz="2800" b="1" dirty="0">
                <a:solidFill>
                  <a:srgbClr val="282727"/>
                </a:solidFill>
                <a:latin typeface="Arial"/>
                <a:ea typeface="+mn-lt"/>
                <a:cs typeface="+mn-lt"/>
              </a:rPr>
              <a:t>regroupe 1 300 collaborateurs de La Mutuelle Générale</a:t>
            </a:r>
          </a:p>
          <a:p>
            <a:pPr lvl="1"/>
            <a:r>
              <a:rPr lang="fr-FR" sz="2800" b="1" dirty="0">
                <a:solidFill>
                  <a:srgbClr val="282727"/>
                </a:solidFill>
                <a:latin typeface="Arial"/>
              </a:rPr>
              <a:t>Statut : </a:t>
            </a:r>
            <a:r>
              <a:rPr lang="fr-FR" sz="2800" dirty="0">
                <a:solidFill>
                  <a:srgbClr val="282727"/>
                </a:solidFill>
                <a:ea typeface="+mn-lt"/>
                <a:cs typeface="+mn-lt"/>
              </a:rPr>
              <a:t>SA à conseil d'administration (</a:t>
            </a:r>
            <a:r>
              <a:rPr lang="fr-FR" sz="2800" dirty="0" err="1">
                <a:solidFill>
                  <a:srgbClr val="282727"/>
                </a:solidFill>
                <a:ea typeface="+mn-lt"/>
                <a:cs typeface="+mn-lt"/>
              </a:rPr>
              <a:t>s.a.i</a:t>
            </a:r>
            <a:r>
              <a:rPr lang="fr-FR" sz="2800" dirty="0">
                <a:solidFill>
                  <a:srgbClr val="282727"/>
                </a:solidFill>
                <a:ea typeface="+mn-lt"/>
                <a:cs typeface="+mn-lt"/>
              </a:rPr>
              <a:t>.)</a:t>
            </a:r>
            <a:endParaRPr lang="fr-FR" sz="2800" b="1" dirty="0">
              <a:solidFill>
                <a:srgbClr val="282727"/>
              </a:solidFill>
              <a:latin typeface="Arial"/>
              <a:cs typeface="Arial"/>
            </a:endParaRPr>
          </a:p>
          <a:p>
            <a:pPr lvl="1"/>
            <a:r>
              <a:rPr lang="fr-FR" sz="2800" b="1" dirty="0">
                <a:solidFill>
                  <a:srgbClr val="282727"/>
                </a:solidFill>
                <a:latin typeface="Arial"/>
                <a:cs typeface="Arial"/>
              </a:rPr>
              <a:t>Chef d'entreprise :</a:t>
            </a:r>
          </a:p>
          <a:p>
            <a:pPr lvl="1"/>
            <a:r>
              <a:rPr lang="fr-FR" sz="2800" b="1" dirty="0">
                <a:solidFill>
                  <a:srgbClr val="282727"/>
                </a:solidFill>
                <a:latin typeface="Arial"/>
                <a:cs typeface="Arial"/>
              </a:rPr>
              <a:t>Chiffres d'affaires:</a:t>
            </a:r>
          </a:p>
          <a:p>
            <a:pPr lvl="1"/>
            <a:endParaRPr lang="fr-FR" sz="3200" dirty="0">
              <a:solidFill>
                <a:srgbClr val="202122"/>
              </a:solidFill>
            </a:endParaRPr>
          </a:p>
          <a:p>
            <a:pPr lvl="1"/>
            <a:endParaRPr lang="fr-FR" sz="1200" dirty="0">
              <a:solidFill>
                <a:srgbClr val="2021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12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17746-388F-8B24-EAFB-794E17F9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Domaine d'activité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64D4A9-5531-B352-83F9-EED5E31A5A44}"/>
              </a:ext>
            </a:extLst>
          </p:cNvPr>
          <p:cNvSpPr txBox="1"/>
          <p:nvPr/>
        </p:nvSpPr>
        <p:spPr>
          <a:xfrm>
            <a:off x="364787" y="1110574"/>
            <a:ext cx="11154382" cy="55707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3200" b="1"/>
              <a:t>Santé:</a:t>
            </a:r>
          </a:p>
          <a:p>
            <a:pPr marL="457200" indent="-457200">
              <a:buFont typeface="Courier New"/>
              <a:buChar char="o"/>
            </a:pPr>
            <a:r>
              <a:rPr lang="fr-FR" sz="3200">
                <a:ea typeface="+mn-lt"/>
                <a:cs typeface="+mn-lt"/>
              </a:rPr>
              <a:t>Complémentaires santé individuelles et collectifs</a:t>
            </a:r>
          </a:p>
          <a:p>
            <a:pPr marL="457200" indent="-457200">
              <a:buFont typeface="Courier New"/>
              <a:buChar char="o"/>
            </a:pPr>
            <a:r>
              <a:rPr lang="fr-FR" sz="3200">
                <a:ea typeface="+mn-lt"/>
                <a:cs typeface="+mn-lt"/>
              </a:rPr>
              <a:t>Couverture des frais médicaux, hospitalisation, soins courants</a:t>
            </a:r>
          </a:p>
          <a:p>
            <a:r>
              <a:rPr lang="fr-FR" sz="3200" b="1">
                <a:ea typeface="+mn-lt"/>
                <a:cs typeface="+mn-lt"/>
              </a:rPr>
              <a:t>Prévoyance:</a:t>
            </a:r>
          </a:p>
          <a:p>
            <a:pPr marL="457200" indent="-457200">
              <a:buFont typeface="Courier New"/>
              <a:buChar char="o"/>
            </a:pPr>
            <a:r>
              <a:rPr lang="fr-FR" sz="3200">
                <a:ea typeface="+mn-lt"/>
                <a:cs typeface="+mn-lt"/>
              </a:rPr>
              <a:t>Prévoyance individuelle et collective </a:t>
            </a:r>
          </a:p>
          <a:p>
            <a:pPr marL="457200" indent="-457200">
              <a:buFont typeface="Courier New"/>
              <a:buChar char="o"/>
            </a:pPr>
            <a:r>
              <a:rPr lang="fr-FR" sz="3200">
                <a:ea typeface="+mn-lt"/>
                <a:cs typeface="+mn-lt"/>
              </a:rPr>
              <a:t>Pour qui précisément?</a:t>
            </a:r>
          </a:p>
          <a:p>
            <a:pPr marL="457200" indent="-457200">
              <a:buFont typeface="Courier New"/>
              <a:buChar char="o"/>
            </a:pPr>
            <a:r>
              <a:rPr lang="fr-FR" sz="3200">
                <a:ea typeface="+mn-lt"/>
                <a:cs typeface="+mn-lt"/>
              </a:rPr>
              <a:t>Les célibataires, couples, familles, seniors, travailleurs non-salariés, professions libérales, artisans et commerçants</a:t>
            </a:r>
            <a:endParaRPr lang="fr-FR" sz="3200"/>
          </a:p>
          <a:p>
            <a:pPr marL="285750" indent="-285750">
              <a:buFont typeface="Courier New"/>
              <a:buChar char="o"/>
            </a:pPr>
            <a:endParaRPr lang="fr-FR">
              <a:ea typeface="+mn-lt"/>
              <a:cs typeface="+mn-lt"/>
            </a:endParaRPr>
          </a:p>
          <a:p>
            <a:endParaRPr lang="fr-FR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187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AA439-639D-283E-D639-A85F2E2B2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/>
              <a:t>Mon stage</a:t>
            </a:r>
            <a:br>
              <a:rPr lang="fr-FR"/>
            </a:br>
            <a:r>
              <a:rPr lang="fr-FR" sz="2000"/>
              <a:t> Organigramme d'entreprise </a:t>
            </a:r>
            <a:endParaRPr lang="fr-FR" sz="2000" b="0"/>
          </a:p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C2E94C-8511-6AAF-81FC-C37DAEBE0E19}"/>
              </a:ext>
            </a:extLst>
          </p:cNvPr>
          <p:cNvSpPr/>
          <p:nvPr/>
        </p:nvSpPr>
        <p:spPr>
          <a:xfrm>
            <a:off x="4930627" y="2237090"/>
            <a:ext cx="2008261" cy="512747"/>
          </a:xfrm>
          <a:prstGeom prst="rect">
            <a:avLst/>
          </a:prstGeom>
          <a:solidFill>
            <a:srgbClr val="FA0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64B1B7-8AFA-6762-17DD-D5B76FD6794D}"/>
              </a:ext>
            </a:extLst>
          </p:cNvPr>
          <p:cNvSpPr/>
          <p:nvPr/>
        </p:nvSpPr>
        <p:spPr>
          <a:xfrm>
            <a:off x="9718286" y="3372901"/>
            <a:ext cx="2008261" cy="512747"/>
          </a:xfrm>
          <a:prstGeom prst="rect">
            <a:avLst/>
          </a:prstGeom>
          <a:solidFill>
            <a:srgbClr val="FA0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/>
              <a:t>ARCHITECTURES D'ENTREPRISES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E9504A-CE51-B369-8640-A44E9231CE9D}"/>
              </a:ext>
            </a:extLst>
          </p:cNvPr>
          <p:cNvSpPr/>
          <p:nvPr/>
        </p:nvSpPr>
        <p:spPr>
          <a:xfrm>
            <a:off x="7360400" y="3372901"/>
            <a:ext cx="2008261" cy="512747"/>
          </a:xfrm>
          <a:prstGeom prst="rect">
            <a:avLst/>
          </a:prstGeom>
          <a:solidFill>
            <a:srgbClr val="FA0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/>
              <a:t>CYBERSECURITE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5CB523-A997-AC0A-A74A-350ACDB73A2F}"/>
              </a:ext>
            </a:extLst>
          </p:cNvPr>
          <p:cNvSpPr/>
          <p:nvPr/>
        </p:nvSpPr>
        <p:spPr>
          <a:xfrm>
            <a:off x="4930626" y="3372900"/>
            <a:ext cx="2008261" cy="512747"/>
          </a:xfrm>
          <a:prstGeom prst="rect">
            <a:avLst/>
          </a:prstGeom>
          <a:solidFill>
            <a:srgbClr val="FA0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/>
              <a:t>OPERATION DES SYSTÈME INFORMATIQUE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32BCE-541F-288E-AC71-5D31FB56FABB}"/>
              </a:ext>
            </a:extLst>
          </p:cNvPr>
          <p:cNvSpPr/>
          <p:nvPr/>
        </p:nvSpPr>
        <p:spPr>
          <a:xfrm>
            <a:off x="2644627" y="3372901"/>
            <a:ext cx="2008261" cy="512747"/>
          </a:xfrm>
          <a:prstGeom prst="rect">
            <a:avLst/>
          </a:prstGeom>
          <a:solidFill>
            <a:srgbClr val="FA0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/>
              <a:t>SERVICES CLIENTS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FFCAB5-DE67-9473-9566-D6A96E1D995A}"/>
              </a:ext>
            </a:extLst>
          </p:cNvPr>
          <p:cNvSpPr/>
          <p:nvPr/>
        </p:nvSpPr>
        <p:spPr>
          <a:xfrm>
            <a:off x="416135" y="3372900"/>
            <a:ext cx="2008261" cy="512747"/>
          </a:xfrm>
          <a:prstGeom prst="rect">
            <a:avLst/>
          </a:prstGeom>
          <a:solidFill>
            <a:srgbClr val="FA0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/>
              <a:t>FONCTION CENTRALES/ DATA ET PILOTATGE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072F568-955B-B7B2-A1F9-BF1515245194}"/>
              </a:ext>
            </a:extLst>
          </p:cNvPr>
          <p:cNvCxnSpPr/>
          <p:nvPr/>
        </p:nvCxnSpPr>
        <p:spPr>
          <a:xfrm flipH="1">
            <a:off x="1778491" y="2554735"/>
            <a:ext cx="3111692" cy="761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88FFA6AB-47C3-1A49-83CB-F8FED3EB3264}"/>
              </a:ext>
            </a:extLst>
          </p:cNvPr>
          <p:cNvCxnSpPr>
            <a:cxnSpLocks/>
          </p:cNvCxnSpPr>
          <p:nvPr/>
        </p:nvCxnSpPr>
        <p:spPr>
          <a:xfrm flipH="1">
            <a:off x="4035735" y="2784772"/>
            <a:ext cx="998221" cy="546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F357EF74-AAE6-4DBB-C2C5-B2C664C5C047}"/>
              </a:ext>
            </a:extLst>
          </p:cNvPr>
          <p:cNvCxnSpPr>
            <a:cxnSpLocks/>
          </p:cNvCxnSpPr>
          <p:nvPr/>
        </p:nvCxnSpPr>
        <p:spPr>
          <a:xfrm flipH="1">
            <a:off x="6005434" y="2770396"/>
            <a:ext cx="20561" cy="603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2EADF498-4AAF-C653-9FB6-5FF00BE6D94D}"/>
              </a:ext>
            </a:extLst>
          </p:cNvPr>
          <p:cNvCxnSpPr>
            <a:cxnSpLocks/>
          </p:cNvCxnSpPr>
          <p:nvPr/>
        </p:nvCxnSpPr>
        <p:spPr>
          <a:xfrm>
            <a:off x="6974900" y="2770394"/>
            <a:ext cx="1345288" cy="546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B543BFAD-6201-383A-58F2-00F2715A9DD7}"/>
              </a:ext>
            </a:extLst>
          </p:cNvPr>
          <p:cNvCxnSpPr>
            <a:cxnSpLocks/>
          </p:cNvCxnSpPr>
          <p:nvPr/>
        </p:nvCxnSpPr>
        <p:spPr>
          <a:xfrm>
            <a:off x="6974899" y="2339074"/>
            <a:ext cx="3588157" cy="977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0627B92-AFD2-E960-17C1-98F1A3B87450}"/>
              </a:ext>
            </a:extLst>
          </p:cNvPr>
          <p:cNvSpPr/>
          <p:nvPr/>
        </p:nvSpPr>
        <p:spPr>
          <a:xfrm>
            <a:off x="2706168" y="4448919"/>
            <a:ext cx="1994018" cy="82609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PFI CIAM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14247FA-FC08-C026-2B63-40409D1EF679}"/>
              </a:ext>
            </a:extLst>
          </p:cNvPr>
          <p:cNvCxnSpPr/>
          <p:nvPr/>
        </p:nvCxnSpPr>
        <p:spPr>
          <a:xfrm>
            <a:off x="3717420" y="3921929"/>
            <a:ext cx="16212" cy="47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52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CF682-A829-1CE0-BEEC-E4407D99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fr-FR" sz="3200"/>
              <a:t>Mon équipe</a:t>
            </a:r>
            <a:endParaRPr lang="fr-FR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CA87834F-FBCC-68E1-540B-B9A576E34975}"/>
              </a:ext>
            </a:extLst>
          </p:cNvPr>
          <p:cNvSpPr>
            <a:spLocks noGrp="1"/>
          </p:cNvSpPr>
          <p:nvPr/>
        </p:nvSpPr>
        <p:spPr>
          <a:xfrm>
            <a:off x="614842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/>
              <a:t>3 Technical leader PFI et CIAM</a:t>
            </a:r>
            <a:endParaRPr lang="fr-FR" dirty="0"/>
          </a:p>
          <a:p>
            <a:pPr marL="0" indent="0" algn="ctr">
              <a:buNone/>
            </a:pPr>
            <a:r>
              <a:rPr lang="fr-FR" sz="3200" dirty="0"/>
              <a:t>1 Consultant expert</a:t>
            </a:r>
          </a:p>
          <a:p>
            <a:pPr marL="0" indent="0" algn="ctr">
              <a:buNone/>
            </a:pPr>
            <a:r>
              <a:rPr lang="fr-FR" sz="3200" dirty="0"/>
              <a:t>1 Responsable de l'équipe PFI et CIAM</a:t>
            </a:r>
          </a:p>
        </p:txBody>
      </p:sp>
    </p:spTree>
    <p:extLst>
      <p:ext uri="{BB962C8B-B14F-4D97-AF65-F5344CB8AC3E}">
        <p14:creationId xmlns:p14="http://schemas.microsoft.com/office/powerpoint/2010/main" val="167605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9E20B-EE24-1DBB-C4FB-ABE45F7FC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Qu'est-ce que j'ai fait durant mon stage?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54BA91-BAEA-6714-9F84-0F10234A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99320"/>
            <a:ext cx="11350727" cy="4610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2 jours à l'entreprise et 3 jours en télétravail</a:t>
            </a:r>
          </a:p>
          <a:p>
            <a:r>
              <a:rPr lang="fr-FR" dirty="0"/>
              <a:t>Lecture de documentation puis en faire la synthèse pour montrer que j'ai bien compris les concept utiliser(par exemple les PFI)</a:t>
            </a:r>
          </a:p>
          <a:p>
            <a:r>
              <a:rPr lang="fr-FR" dirty="0"/>
              <a:t>Explication des programmes utiliser dans l'entreprises (azure Devops, les API)</a:t>
            </a:r>
          </a:p>
          <a:p>
            <a:r>
              <a:rPr lang="fr-FR" dirty="0"/>
              <a:t>Découvertes d'autres services</a:t>
            </a:r>
          </a:p>
          <a:p>
            <a:r>
              <a:rPr lang="fr-FR" dirty="0"/>
              <a:t>Projet d'export data confié qui a duré pendant l'ensemble de mon stage</a:t>
            </a:r>
          </a:p>
        </p:txBody>
      </p:sp>
    </p:spTree>
    <p:extLst>
      <p:ext uri="{BB962C8B-B14F-4D97-AF65-F5344CB8AC3E}">
        <p14:creationId xmlns:p14="http://schemas.microsoft.com/office/powerpoint/2010/main" val="3556524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DF1928-F70F-82E4-A0B0-FFDBE6E0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800"/>
              <a:t>Mon projet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058352-71E4-4527-41C2-97A922754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3200"/>
              <a:t>Export data </a:t>
            </a:r>
          </a:p>
          <a:p>
            <a:pPr marL="0" indent="0">
              <a:buNone/>
            </a:pPr>
            <a:r>
              <a:rPr lang="fr-FR" sz="3200"/>
              <a:t>Trier les données d'un fichier Excel avec python afin de garder que des éléments précis et les transférer dans une nouvelle page Excel afin de facilité le traitement des données</a:t>
            </a:r>
          </a:p>
        </p:txBody>
      </p:sp>
    </p:spTree>
    <p:extLst>
      <p:ext uri="{BB962C8B-B14F-4D97-AF65-F5344CB8AC3E}">
        <p14:creationId xmlns:p14="http://schemas.microsoft.com/office/powerpoint/2010/main" val="128133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65C8F-EB08-57D9-BD8E-59F3287C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Ambiance d'entreprise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19A2DB-AE7E-2B6A-EC84-1FBE0222D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Bonne ambiance de travail</a:t>
            </a:r>
          </a:p>
          <a:p>
            <a:r>
              <a:rPr lang="fr-FR" dirty="0"/>
              <a:t>Bonne coopération entre collègue</a:t>
            </a:r>
          </a:p>
          <a:p>
            <a:r>
              <a:rPr lang="fr-FR" dirty="0"/>
              <a:t>Agréable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20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548640"/>
            <a:ext cx="11343920" cy="580171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/>
              <a:t/>
            </a:r>
            <a:br>
              <a:rPr lang="fr-FR" sz="5400" dirty="0" smtClean="0"/>
            </a:br>
            <a:r>
              <a:rPr lang="fr-FR" sz="5400" dirty="0"/>
              <a:t/>
            </a:r>
            <a:br>
              <a:rPr lang="fr-FR" sz="5400" dirty="0"/>
            </a:br>
            <a:r>
              <a:rPr lang="fr-FR" sz="5400" dirty="0" smtClean="0"/>
              <a:t/>
            </a:r>
            <a:br>
              <a:rPr lang="fr-FR" sz="5400" dirty="0" smtClean="0"/>
            </a:br>
            <a:r>
              <a:rPr lang="fr-FR" sz="5400" dirty="0" smtClean="0"/>
              <a:t>Conclusion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127962209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Grand écran</PresentationFormat>
  <Paragraphs>45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Neue Haas Grotesk Text Pro</vt:lpstr>
      <vt:lpstr>VanillaVTI</vt:lpstr>
      <vt:lpstr>Stage de 1ère année en BTS SIO SLAM</vt:lpstr>
      <vt:lpstr>présentation</vt:lpstr>
      <vt:lpstr>Domaine d'activité</vt:lpstr>
      <vt:lpstr>Mon stage  Organigramme d'entreprise  </vt:lpstr>
      <vt:lpstr>Mon équipe</vt:lpstr>
      <vt:lpstr>Qu'est-ce que j'ai fait durant mon stage?</vt:lpstr>
      <vt:lpstr>Mon projet</vt:lpstr>
      <vt:lpstr>Ambiance d'entreprise</vt:lpstr>
      <vt:lpstr>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de 1ère année en BTS SIO SLAM</dc:title>
  <dc:creator/>
  <cp:lastModifiedBy>poke 953</cp:lastModifiedBy>
  <cp:revision>24</cp:revision>
  <dcterms:created xsi:type="dcterms:W3CDTF">2025-11-15T14:16:45Z</dcterms:created>
  <dcterms:modified xsi:type="dcterms:W3CDTF">2025-11-20T06:49:55Z</dcterms:modified>
</cp:coreProperties>
</file>