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7AF29-CAF4-4CB9-A581-307F254585C1}" v="335" dt="2025-11-19T11:17:17.426"/>
    <p1510:client id="{3679728D-DBA5-44F6-AFD5-4A5CB735F9D4}" v="36" dt="2025-11-19T11:19:10.476"/>
    <p1510:client id="{403C7C2F-1513-4917-B98B-5474259B78DC}" v="12" dt="2025-11-18T12:52:47.685"/>
    <p1510:client id="{57D9C2A1-9660-4B73-AFAB-38F8DA2B66C2}" v="209" dt="2025-11-17T21:56:37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ke 953" userId="c913613eb4ac0ae9" providerId="Windows Live" clId="Web-{403C7C2F-1513-4917-B98B-5474259B78DC}"/>
    <pc:docChg chg="addSld modSld">
      <pc:chgData name="poke 953" userId="c913613eb4ac0ae9" providerId="Windows Live" clId="Web-{403C7C2F-1513-4917-B98B-5474259B78DC}" dt="2025-11-18T12:52:47.685" v="11" actId="20577"/>
      <pc:docMkLst>
        <pc:docMk/>
      </pc:docMkLst>
      <pc:sldChg chg="modSp new">
        <pc:chgData name="poke 953" userId="c913613eb4ac0ae9" providerId="Windows Live" clId="Web-{403C7C2F-1513-4917-B98B-5474259B78DC}" dt="2025-11-18T12:52:47.685" v="11" actId="20577"/>
        <pc:sldMkLst>
          <pc:docMk/>
          <pc:sldMk cId="2151319299" sldId="261"/>
        </pc:sldMkLst>
        <pc:spChg chg="mod">
          <ac:chgData name="poke 953" userId="c913613eb4ac0ae9" providerId="Windows Live" clId="Web-{403C7C2F-1513-4917-B98B-5474259B78DC}" dt="2025-11-18T12:52:24.435" v="5" actId="20577"/>
          <ac:spMkLst>
            <pc:docMk/>
            <pc:sldMk cId="2151319299" sldId="261"/>
            <ac:spMk id="2" creationId="{001584A0-5C83-E8D6-8F94-35B9A65E91EE}"/>
          </ac:spMkLst>
        </pc:spChg>
        <pc:spChg chg="mod">
          <ac:chgData name="poke 953" userId="c913613eb4ac0ae9" providerId="Windows Live" clId="Web-{403C7C2F-1513-4917-B98B-5474259B78DC}" dt="2025-11-18T12:52:47.685" v="11" actId="20577"/>
          <ac:spMkLst>
            <pc:docMk/>
            <pc:sldMk cId="2151319299" sldId="261"/>
            <ac:spMk id="3" creationId="{95F6F433-E970-E850-8E41-BE1BC532CDCD}"/>
          </ac:spMkLst>
        </pc:spChg>
      </pc:sldChg>
    </pc:docChg>
  </pc:docChgLst>
  <pc:docChgLst>
    <pc:chgData name="poke 953" userId="c913613eb4ac0ae9" providerId="Windows Live" clId="Web-{93AAE8B0-39DC-4828-AB29-944011821135}"/>
    <pc:docChg chg="mod addSld modSld addMainMaster delMainMaster">
      <pc:chgData name="poke 953" userId="c913613eb4ac0ae9" providerId="Windows Live" clId="Web-{93AAE8B0-39DC-4828-AB29-944011821135}" dt="2025-11-16T21:58:32.242" v="181" actId="20577"/>
      <pc:docMkLst>
        <pc:docMk/>
      </pc:docMkLst>
      <pc:sldChg chg="addSp delSp modSp mod modClrScheme chgLayout">
        <pc:chgData name="poke 953" userId="c913613eb4ac0ae9" providerId="Windows Live" clId="Web-{93AAE8B0-39DC-4828-AB29-944011821135}" dt="2025-11-16T18:10:47.534" v="12" actId="20577"/>
        <pc:sldMkLst>
          <pc:docMk/>
          <pc:sldMk cId="3784089036" sldId="256"/>
        </pc:sldMkLst>
        <pc:spChg chg="mod ord">
          <ac:chgData name="poke 953" userId="c913613eb4ac0ae9" providerId="Windows Live" clId="Web-{93AAE8B0-39DC-4828-AB29-944011821135}" dt="2025-11-16T18:10:38.909" v="6" actId="20577"/>
          <ac:spMkLst>
            <pc:docMk/>
            <pc:sldMk cId="3784089036" sldId="256"/>
            <ac:spMk id="2" creationId="{00000000-0000-0000-0000-000000000000}"/>
          </ac:spMkLst>
        </pc:spChg>
        <pc:spChg chg="mod ord">
          <ac:chgData name="poke 953" userId="c913613eb4ac0ae9" providerId="Windows Live" clId="Web-{93AAE8B0-39DC-4828-AB29-944011821135}" dt="2025-11-16T18:10:47.534" v="12" actId="20577"/>
          <ac:spMkLst>
            <pc:docMk/>
            <pc:sldMk cId="3784089036" sldId="256"/>
            <ac:spMk id="3" creationId="{00000000-0000-0000-0000-000000000000}"/>
          </ac:spMkLst>
        </pc:spChg>
      </pc:sldChg>
      <pc:sldChg chg="addSp modSp new">
        <pc:chgData name="poke 953" userId="c913613eb4ac0ae9" providerId="Windows Live" clId="Web-{93AAE8B0-39DC-4828-AB29-944011821135}" dt="2025-11-16T21:35:49.343" v="125" actId="20577"/>
        <pc:sldMkLst>
          <pc:docMk/>
          <pc:sldMk cId="1894293981" sldId="257"/>
        </pc:sldMkLst>
        <pc:spChg chg="mod">
          <ac:chgData name="poke 953" userId="c913613eb4ac0ae9" providerId="Windows Live" clId="Web-{93AAE8B0-39DC-4828-AB29-944011821135}" dt="2025-11-16T21:34:18.982" v="95" actId="20577"/>
          <ac:spMkLst>
            <pc:docMk/>
            <pc:sldMk cId="1894293981" sldId="257"/>
            <ac:spMk id="2" creationId="{ECC8BA9C-3573-2493-950F-7B197C6BAA8A}"/>
          </ac:spMkLst>
        </pc:spChg>
        <pc:spChg chg="mod">
          <ac:chgData name="poke 953" userId="c913613eb4ac0ae9" providerId="Windows Live" clId="Web-{93AAE8B0-39DC-4828-AB29-944011821135}" dt="2025-11-16T21:35:49.343" v="125" actId="20577"/>
          <ac:spMkLst>
            <pc:docMk/>
            <pc:sldMk cId="1894293981" sldId="257"/>
            <ac:spMk id="3" creationId="{2FD35A15-1757-EDCF-2D81-A6DB6797A2F5}"/>
          </ac:spMkLst>
        </pc:spChg>
        <pc:spChg chg="add">
          <ac:chgData name="poke 953" userId="c913613eb4ac0ae9" providerId="Windows Live" clId="Web-{93AAE8B0-39DC-4828-AB29-944011821135}" dt="2025-11-16T21:35:05.311" v="106"/>
          <ac:spMkLst>
            <pc:docMk/>
            <pc:sldMk cId="1894293981" sldId="257"/>
            <ac:spMk id="4" creationId="{1E4BC218-439A-BADB-1772-BDFAA26811B2}"/>
          </ac:spMkLst>
        </pc:spChg>
      </pc:sldChg>
      <pc:sldChg chg="addSp modSp new">
        <pc:chgData name="poke 953" userId="c913613eb4ac0ae9" providerId="Windows Live" clId="Web-{93AAE8B0-39DC-4828-AB29-944011821135}" dt="2025-11-16T21:58:17.598" v="171" actId="1076"/>
        <pc:sldMkLst>
          <pc:docMk/>
          <pc:sldMk cId="551779965" sldId="258"/>
        </pc:sldMkLst>
        <pc:spChg chg="mod">
          <ac:chgData name="poke 953" userId="c913613eb4ac0ae9" providerId="Windows Live" clId="Web-{93AAE8B0-39DC-4828-AB29-944011821135}" dt="2025-11-16T21:39:15.912" v="128" actId="20577"/>
          <ac:spMkLst>
            <pc:docMk/>
            <pc:sldMk cId="551779965" sldId="258"/>
            <ac:spMk id="2" creationId="{B3B543FE-5184-E94A-A3DD-3BDCF7AEB683}"/>
          </ac:spMkLst>
        </pc:spChg>
        <pc:spChg chg="mod">
          <ac:chgData name="poke 953" userId="c913613eb4ac0ae9" providerId="Windows Live" clId="Web-{93AAE8B0-39DC-4828-AB29-944011821135}" dt="2025-11-16T21:58:05.972" v="169" actId="20577"/>
          <ac:spMkLst>
            <pc:docMk/>
            <pc:sldMk cId="551779965" sldId="258"/>
            <ac:spMk id="3" creationId="{B57087FE-61D5-C8FC-BE8B-7C2DE8522899}"/>
          </ac:spMkLst>
        </pc:spChg>
        <pc:spChg chg="add mod">
          <ac:chgData name="poke 953" userId="c913613eb4ac0ae9" providerId="Windows Live" clId="Web-{93AAE8B0-39DC-4828-AB29-944011821135}" dt="2025-11-16T21:58:17.598" v="171" actId="1076"/>
          <ac:spMkLst>
            <pc:docMk/>
            <pc:sldMk cId="551779965" sldId="258"/>
            <ac:spMk id="4" creationId="{8AEF7640-3256-812D-52F5-42CCF51D313F}"/>
          </ac:spMkLst>
        </pc:spChg>
      </pc:sldChg>
      <pc:sldChg chg="modSp new">
        <pc:chgData name="poke 953" userId="c913613eb4ac0ae9" providerId="Windows Live" clId="Web-{93AAE8B0-39DC-4828-AB29-944011821135}" dt="2025-11-16T21:58:32.242" v="181" actId="20577"/>
        <pc:sldMkLst>
          <pc:docMk/>
          <pc:sldMk cId="340612802" sldId="259"/>
        </pc:sldMkLst>
        <pc:spChg chg="mod">
          <ac:chgData name="poke 953" userId="c913613eb4ac0ae9" providerId="Windows Live" clId="Web-{93AAE8B0-39DC-4828-AB29-944011821135}" dt="2025-11-16T21:58:32.242" v="181" actId="20577"/>
          <ac:spMkLst>
            <pc:docMk/>
            <pc:sldMk cId="340612802" sldId="259"/>
            <ac:spMk id="2" creationId="{AFAD83A7-892E-4A73-5C3C-363E97C04210}"/>
          </ac:spMkLst>
        </pc:spChg>
      </pc:sldChg>
      <pc:sldMasterChg chg="add addSldLayout modSldLayout">
        <pc:chgData name="poke 953" userId="c913613eb4ac0ae9" providerId="Windows Live" clId="Web-{93AAE8B0-39DC-4828-AB29-944011821135}" dt="2025-11-16T18:09:26.954" v="3"/>
        <pc:sldMasterMkLst>
          <pc:docMk/>
          <pc:sldMasterMk cId="3499861895" sldId="2147483696"/>
        </pc:sldMasterMkLst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1086627948" sldId="2147483697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2706030691" sldId="2147483698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2587054387" sldId="2147483699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880599970" sldId="2147483700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2000650685" sldId="2147483701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2882676821" sldId="2147483702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3071719316" sldId="2147483703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354335772" sldId="2147483704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3892937825" sldId="2147483705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3864859956" sldId="2147483706"/>
          </pc:sldLayoutMkLst>
        </pc:sldLayoutChg>
        <pc:sldLayoutChg chg="add mod replId">
          <pc:chgData name="poke 953" userId="c913613eb4ac0ae9" providerId="Windows Live" clId="Web-{93AAE8B0-39DC-4828-AB29-944011821135}" dt="2025-11-16T18:09:26.954" v="3"/>
          <pc:sldLayoutMkLst>
            <pc:docMk/>
            <pc:sldMasterMk cId="3499861895" sldId="2147483696"/>
            <pc:sldLayoutMk cId="3367255500" sldId="2147483707"/>
          </pc:sldLayoutMkLst>
        </pc:sldLayoutChg>
      </pc:sldMasterChg>
    </pc:docChg>
  </pc:docChgLst>
  <pc:docChgLst>
    <pc:chgData name="poke 953" userId="c913613eb4ac0ae9" providerId="Windows Live" clId="Web-{213D5B41-6CE4-4588-9A1C-0D480930D346}"/>
    <pc:docChg chg="modSld">
      <pc:chgData name="poke 953" userId="c913613eb4ac0ae9" providerId="Windows Live" clId="Web-{213D5B41-6CE4-4588-9A1C-0D480930D346}" dt="2025-11-16T18:08:43.015" v="26" actId="20577"/>
      <pc:docMkLst>
        <pc:docMk/>
      </pc:docMkLst>
      <pc:sldChg chg="modSp">
        <pc:chgData name="poke 953" userId="c913613eb4ac0ae9" providerId="Windows Live" clId="Web-{213D5B41-6CE4-4588-9A1C-0D480930D346}" dt="2025-11-16T18:08:43.015" v="26" actId="20577"/>
        <pc:sldMkLst>
          <pc:docMk/>
          <pc:sldMk cId="3784089036" sldId="256"/>
        </pc:sldMkLst>
        <pc:spChg chg="mod">
          <ac:chgData name="poke 953" userId="c913613eb4ac0ae9" providerId="Windows Live" clId="Web-{213D5B41-6CE4-4588-9A1C-0D480930D346}" dt="2025-11-16T18:08:36.499" v="16" actId="2057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poke 953" userId="c913613eb4ac0ae9" providerId="Windows Live" clId="Web-{213D5B41-6CE4-4588-9A1C-0D480930D346}" dt="2025-11-16T18:08:43.015" v="26" actId="20577"/>
          <ac:spMkLst>
            <pc:docMk/>
            <pc:sldMk cId="3784089036" sldId="256"/>
            <ac:spMk id="3" creationId="{00000000-0000-0000-0000-000000000000}"/>
          </ac:spMkLst>
        </pc:spChg>
      </pc:sldChg>
    </pc:docChg>
  </pc:docChgLst>
  <pc:docChgLst>
    <pc:chgData name="poke 953" userId="c913613eb4ac0ae9" providerId="Windows Live" clId="Web-{57D9C2A1-9660-4B73-AFAB-38F8DA2B66C2}"/>
    <pc:docChg chg="addSld delSld modSld">
      <pc:chgData name="poke 953" userId="c913613eb4ac0ae9" providerId="Windows Live" clId="Web-{57D9C2A1-9660-4B73-AFAB-38F8DA2B66C2}" dt="2025-11-17T21:56:37.455" v="205" actId="20577"/>
      <pc:docMkLst>
        <pc:docMk/>
      </pc:docMkLst>
      <pc:sldChg chg="addSp delSp modSp mod setBg">
        <pc:chgData name="poke 953" userId="c913613eb4ac0ae9" providerId="Windows Live" clId="Web-{57D9C2A1-9660-4B73-AFAB-38F8DA2B66C2}" dt="2025-11-17T13:57:12.438" v="44"/>
        <pc:sldMkLst>
          <pc:docMk/>
          <pc:sldMk cId="340612802" sldId="259"/>
        </pc:sldMkLst>
        <pc:spChg chg="mod">
          <ac:chgData name="poke 953" userId="c913613eb4ac0ae9" providerId="Windows Live" clId="Web-{57D9C2A1-9660-4B73-AFAB-38F8DA2B66C2}" dt="2025-11-17T13:57:00.844" v="43" actId="20577"/>
          <ac:spMkLst>
            <pc:docMk/>
            <pc:sldMk cId="340612802" sldId="259"/>
            <ac:spMk id="2" creationId="{AFAD83A7-892E-4A73-5C3C-363E97C04210}"/>
          </ac:spMkLst>
        </pc:spChg>
        <pc:spChg chg="mod">
          <ac:chgData name="poke 953" userId="c913613eb4ac0ae9" providerId="Windows Live" clId="Web-{57D9C2A1-9660-4B73-AFAB-38F8DA2B66C2}" dt="2025-11-17T13:56:51.094" v="42" actId="20577"/>
          <ac:spMkLst>
            <pc:docMk/>
            <pc:sldMk cId="340612802" sldId="259"/>
            <ac:spMk id="3" creationId="{267FF342-66BC-95DD-5768-80EEE7DEFF3A}"/>
          </ac:spMkLst>
        </pc:spChg>
        <pc:spChg chg="add">
          <ac:chgData name="poke 953" userId="c913613eb4ac0ae9" providerId="Windows Live" clId="Web-{57D9C2A1-9660-4B73-AFAB-38F8DA2B66C2}" dt="2025-11-17T13:56:31.234" v="36"/>
          <ac:spMkLst>
            <pc:docMk/>
            <pc:sldMk cId="340612802" sldId="259"/>
            <ac:spMk id="18" creationId="{B9D7E975-9161-4F2D-AC53-69E1912F6B5D}"/>
          </ac:spMkLst>
        </pc:spChg>
        <pc:spChg chg="add">
          <ac:chgData name="poke 953" userId="c913613eb4ac0ae9" providerId="Windows Live" clId="Web-{57D9C2A1-9660-4B73-AFAB-38F8DA2B66C2}" dt="2025-11-17T13:56:31.234" v="36"/>
          <ac:spMkLst>
            <pc:docMk/>
            <pc:sldMk cId="340612802" sldId="259"/>
            <ac:spMk id="22" creationId="{463E6235-1649-4B47-9862-4026FC473B6F}"/>
          </ac:spMkLst>
        </pc:spChg>
        <pc:picChg chg="add mod ord">
          <ac:chgData name="poke 953" userId="c913613eb4ac0ae9" providerId="Windows Live" clId="Web-{57D9C2A1-9660-4B73-AFAB-38F8DA2B66C2}" dt="2025-11-17T13:56:31.234" v="36"/>
          <ac:picMkLst>
            <pc:docMk/>
            <pc:sldMk cId="340612802" sldId="259"/>
            <ac:picMk id="6" creationId="{CB52D1B1-788D-F686-2C6D-D2BF7074117E}"/>
          </ac:picMkLst>
        </pc:picChg>
      </pc:sldChg>
      <pc:sldChg chg="addSp delSp modSp new mod setBg">
        <pc:chgData name="poke 953" userId="c913613eb4ac0ae9" providerId="Windows Live" clId="Web-{57D9C2A1-9660-4B73-AFAB-38F8DA2B66C2}" dt="2025-11-17T21:56:37.455" v="205" actId="20577"/>
        <pc:sldMkLst>
          <pc:docMk/>
          <pc:sldMk cId="272597895" sldId="260"/>
        </pc:sldMkLst>
        <pc:spChg chg="mod ord">
          <ac:chgData name="poke 953" userId="c913613eb4ac0ae9" providerId="Windows Live" clId="Web-{57D9C2A1-9660-4B73-AFAB-38F8DA2B66C2}" dt="2025-11-17T15:23:12.920" v="66"/>
          <ac:spMkLst>
            <pc:docMk/>
            <pc:sldMk cId="272597895" sldId="260"/>
            <ac:spMk id="2" creationId="{B85A9B85-3519-24B1-2087-4280F9A98DBE}"/>
          </ac:spMkLst>
        </pc:spChg>
        <pc:spChg chg="add del mod">
          <ac:chgData name="poke 953" userId="c913613eb4ac0ae9" providerId="Windows Live" clId="Web-{57D9C2A1-9660-4B73-AFAB-38F8DA2B66C2}" dt="2025-11-17T21:56:37.455" v="205" actId="20577"/>
          <ac:spMkLst>
            <pc:docMk/>
            <pc:sldMk cId="272597895" sldId="260"/>
            <ac:spMk id="3" creationId="{467ABA81-1F28-6E3D-F4E9-E6D2056658D8}"/>
          </ac:spMkLst>
        </pc:spChg>
        <pc:spChg chg="add mod">
          <ac:chgData name="poke 953" userId="c913613eb4ac0ae9" providerId="Windows Live" clId="Web-{57D9C2A1-9660-4B73-AFAB-38F8DA2B66C2}" dt="2025-11-17T20:58:48.301" v="193" actId="20577"/>
          <ac:spMkLst>
            <pc:docMk/>
            <pc:sldMk cId="272597895" sldId="260"/>
            <ac:spMk id="8" creationId="{33E8B17A-9C0B-766C-3DB2-210D6A1B9C39}"/>
          </ac:spMkLst>
        </pc:spChg>
      </pc:sldChg>
    </pc:docChg>
  </pc:docChgLst>
  <pc:docChgLst>
    <pc:chgData name="poke 953" userId="c913613eb4ac0ae9" providerId="Windows Live" clId="Web-{3367AF29-CAF4-4CB9-A581-307F254585C1}"/>
    <pc:docChg chg="addSld modSld">
      <pc:chgData name="poke 953" userId="c913613eb4ac0ae9" providerId="Windows Live" clId="Web-{3367AF29-CAF4-4CB9-A581-307F254585C1}" dt="2025-11-19T11:17:17.426" v="325"/>
      <pc:docMkLst>
        <pc:docMk/>
      </pc:docMkLst>
      <pc:sldChg chg="modSp">
        <pc:chgData name="poke 953" userId="c913613eb4ac0ae9" providerId="Windows Live" clId="Web-{3367AF29-CAF4-4CB9-A581-307F254585C1}" dt="2025-11-19T10:25:45.513" v="305" actId="20577"/>
        <pc:sldMkLst>
          <pc:docMk/>
          <pc:sldMk cId="3784089036" sldId="256"/>
        </pc:sldMkLst>
        <pc:spChg chg="mod">
          <ac:chgData name="poke 953" userId="c913613eb4ac0ae9" providerId="Windows Live" clId="Web-{3367AF29-CAF4-4CB9-A581-307F254585C1}" dt="2025-11-19T10:25:45.513" v="305" actId="20577"/>
          <ac:spMkLst>
            <pc:docMk/>
            <pc:sldMk cId="3784089036" sldId="256"/>
            <ac:spMk id="2" creationId="{00000000-0000-0000-0000-000000000000}"/>
          </ac:spMkLst>
        </pc:spChg>
      </pc:sldChg>
      <pc:sldChg chg="modSp">
        <pc:chgData name="poke 953" userId="c913613eb4ac0ae9" providerId="Windows Live" clId="Web-{3367AF29-CAF4-4CB9-A581-307F254585C1}" dt="2025-11-19T09:43:38.780" v="279" actId="20577"/>
        <pc:sldMkLst>
          <pc:docMk/>
          <pc:sldMk cId="1894293981" sldId="257"/>
        </pc:sldMkLst>
        <pc:spChg chg="mod">
          <ac:chgData name="poke 953" userId="c913613eb4ac0ae9" providerId="Windows Live" clId="Web-{3367AF29-CAF4-4CB9-A581-307F254585C1}" dt="2025-11-19T09:43:38.780" v="279" actId="20577"/>
          <ac:spMkLst>
            <pc:docMk/>
            <pc:sldMk cId="1894293981" sldId="257"/>
            <ac:spMk id="3" creationId="{2FD35A15-1757-EDCF-2D81-A6DB6797A2F5}"/>
          </ac:spMkLst>
        </pc:spChg>
      </pc:sldChg>
      <pc:sldChg chg="addSp delSp">
        <pc:chgData name="poke 953" userId="c913613eb4ac0ae9" providerId="Windows Live" clId="Web-{3367AF29-CAF4-4CB9-A581-307F254585C1}" dt="2025-11-19T10:25:41.826" v="301"/>
        <pc:sldMkLst>
          <pc:docMk/>
          <pc:sldMk cId="340612802" sldId="259"/>
        </pc:sldMkLst>
        <pc:spChg chg="add del">
          <ac:chgData name="poke 953" userId="c913613eb4ac0ae9" providerId="Windows Live" clId="Web-{3367AF29-CAF4-4CB9-A581-307F254585C1}" dt="2025-11-19T10:25:39.998" v="300"/>
          <ac:spMkLst>
            <pc:docMk/>
            <pc:sldMk cId="340612802" sldId="259"/>
            <ac:spMk id="4" creationId="{463E6235-1649-4B47-9862-4026FC473B6F}"/>
          </ac:spMkLst>
        </pc:spChg>
        <pc:spChg chg="add del">
          <ac:chgData name="poke 953" userId="c913613eb4ac0ae9" providerId="Windows Live" clId="Web-{3367AF29-CAF4-4CB9-A581-307F254585C1}" dt="2025-11-19T10:25:41.826" v="301"/>
          <ac:spMkLst>
            <pc:docMk/>
            <pc:sldMk cId="340612802" sldId="259"/>
            <ac:spMk id="22" creationId="{463E6235-1649-4B47-9862-4026FC473B6F}"/>
          </ac:spMkLst>
        </pc:spChg>
      </pc:sldChg>
      <pc:sldChg chg="addSp modSp">
        <pc:chgData name="poke 953" userId="c913613eb4ac0ae9" providerId="Windows Live" clId="Web-{3367AF29-CAF4-4CB9-A581-307F254585C1}" dt="2025-11-19T08:58:34.485" v="257" actId="20577"/>
        <pc:sldMkLst>
          <pc:docMk/>
          <pc:sldMk cId="272597895" sldId="260"/>
        </pc:sldMkLst>
        <pc:spChg chg="mod">
          <ac:chgData name="poke 953" userId="c913613eb4ac0ae9" providerId="Windows Live" clId="Web-{3367AF29-CAF4-4CB9-A581-307F254585C1}" dt="2025-11-19T08:58:34.485" v="257" actId="20577"/>
          <ac:spMkLst>
            <pc:docMk/>
            <pc:sldMk cId="272597895" sldId="260"/>
            <ac:spMk id="3" creationId="{467ABA81-1F28-6E3D-F4E9-E6D2056658D8}"/>
          </ac:spMkLst>
        </pc:spChg>
        <pc:picChg chg="add mod">
          <ac:chgData name="poke 953" userId="c913613eb4ac0ae9" providerId="Windows Live" clId="Web-{3367AF29-CAF4-4CB9-A581-307F254585C1}" dt="2025-11-19T08:39:30.602" v="188" actId="1076"/>
          <ac:picMkLst>
            <pc:docMk/>
            <pc:sldMk cId="272597895" sldId="260"/>
            <ac:picMk id="4" creationId="{4C3DE618-6B20-52B8-56E7-ECD197AA9A88}"/>
          </ac:picMkLst>
        </pc:picChg>
        <pc:picChg chg="add mod">
          <ac:chgData name="poke 953" userId="c913613eb4ac0ae9" providerId="Windows Live" clId="Web-{3367AF29-CAF4-4CB9-A581-307F254585C1}" dt="2025-11-19T08:58:21.563" v="254" actId="1076"/>
          <ac:picMkLst>
            <pc:docMk/>
            <pc:sldMk cId="272597895" sldId="260"/>
            <ac:picMk id="5" creationId="{46B178F0-43A7-4328-0899-CCD22A8C105B}"/>
          </ac:picMkLst>
        </pc:picChg>
      </pc:sldChg>
      <pc:sldChg chg="addSp delSp modSp">
        <pc:chgData name="poke 953" userId="c913613eb4ac0ae9" providerId="Windows Live" clId="Web-{3367AF29-CAF4-4CB9-A581-307F254585C1}" dt="2025-11-19T11:16:15.875" v="321"/>
        <pc:sldMkLst>
          <pc:docMk/>
          <pc:sldMk cId="2151319299" sldId="261"/>
        </pc:sldMkLst>
        <pc:spChg chg="mod">
          <ac:chgData name="poke 953" userId="c913613eb4ac0ae9" providerId="Windows Live" clId="Web-{3367AF29-CAF4-4CB9-A581-307F254585C1}" dt="2025-11-19T11:16:07.391" v="317" actId="20577"/>
          <ac:spMkLst>
            <pc:docMk/>
            <pc:sldMk cId="2151319299" sldId="261"/>
            <ac:spMk id="3" creationId="{95F6F433-E970-E850-8E41-BE1BC532CDCD}"/>
          </ac:spMkLst>
        </pc:spChg>
        <pc:picChg chg="add del mod">
          <ac:chgData name="poke 953" userId="c913613eb4ac0ae9" providerId="Windows Live" clId="Web-{3367AF29-CAF4-4CB9-A581-307F254585C1}" dt="2025-11-19T11:16:15.875" v="321"/>
          <ac:picMkLst>
            <pc:docMk/>
            <pc:sldMk cId="2151319299" sldId="261"/>
            <ac:picMk id="4" creationId="{2B493653-3CAA-EA14-383B-7FA5703D0A1F}"/>
          </ac:picMkLst>
        </pc:picChg>
      </pc:sldChg>
      <pc:sldChg chg="modSp new">
        <pc:chgData name="poke 953" userId="c913613eb4ac0ae9" providerId="Windows Live" clId="Web-{3367AF29-CAF4-4CB9-A581-307F254585C1}" dt="2025-11-19T08:55:46.138" v="252" actId="20577"/>
        <pc:sldMkLst>
          <pc:docMk/>
          <pc:sldMk cId="4059303675" sldId="262"/>
        </pc:sldMkLst>
        <pc:spChg chg="mod">
          <ac:chgData name="poke 953" userId="c913613eb4ac0ae9" providerId="Windows Live" clId="Web-{3367AF29-CAF4-4CB9-A581-307F254585C1}" dt="2025-11-19T08:27:02.626" v="48" actId="20577"/>
          <ac:spMkLst>
            <pc:docMk/>
            <pc:sldMk cId="4059303675" sldId="262"/>
            <ac:spMk id="2" creationId="{9C2F2AA9-C001-EDC6-4148-CB93D9D4C72E}"/>
          </ac:spMkLst>
        </pc:spChg>
        <pc:spChg chg="mod">
          <ac:chgData name="poke 953" userId="c913613eb4ac0ae9" providerId="Windows Live" clId="Web-{3367AF29-CAF4-4CB9-A581-307F254585C1}" dt="2025-11-19T08:55:46.138" v="252" actId="20577"/>
          <ac:spMkLst>
            <pc:docMk/>
            <pc:sldMk cId="4059303675" sldId="262"/>
            <ac:spMk id="3" creationId="{2E892F31-2ECB-D0A5-3BBA-DE3B9E79E440}"/>
          </ac:spMkLst>
        </pc:spChg>
      </pc:sldChg>
      <pc:sldChg chg="add replId">
        <pc:chgData name="poke 953" userId="c913613eb4ac0ae9" providerId="Windows Live" clId="Web-{3367AF29-CAF4-4CB9-A581-307F254585C1}" dt="2025-11-19T11:16:30.735" v="322"/>
        <pc:sldMkLst>
          <pc:docMk/>
          <pc:sldMk cId="1690000390" sldId="263"/>
        </pc:sldMkLst>
      </pc:sldChg>
      <pc:sldChg chg="add replId">
        <pc:chgData name="poke 953" userId="c913613eb4ac0ae9" providerId="Windows Live" clId="Web-{3367AF29-CAF4-4CB9-A581-307F254585C1}" dt="2025-11-19T11:16:31.922" v="323"/>
        <pc:sldMkLst>
          <pc:docMk/>
          <pc:sldMk cId="724277730" sldId="264"/>
        </pc:sldMkLst>
      </pc:sldChg>
      <pc:sldChg chg="delSp add">
        <pc:chgData name="poke 953" userId="c913613eb4ac0ae9" providerId="Windows Live" clId="Web-{3367AF29-CAF4-4CB9-A581-307F254585C1}" dt="2025-11-19T11:17:17.426" v="325"/>
        <pc:sldMkLst>
          <pc:docMk/>
          <pc:sldMk cId="1395830049" sldId="265"/>
        </pc:sldMkLst>
        <pc:picChg chg="del">
          <ac:chgData name="poke 953" userId="c913613eb4ac0ae9" providerId="Windows Live" clId="Web-{3367AF29-CAF4-4CB9-A581-307F254585C1}" dt="2025-11-19T11:17:17.426" v="325"/>
          <ac:picMkLst>
            <pc:docMk/>
            <pc:sldMk cId="1395830049" sldId="265"/>
            <ac:picMk id="4" creationId="{2B493653-3CAA-EA14-383B-7FA5703D0A1F}"/>
          </ac:picMkLst>
        </pc:picChg>
      </pc:sldChg>
    </pc:docChg>
  </pc:docChgLst>
  <pc:docChgLst>
    <pc:chgData name="poke 953" userId="c913613eb4ac0ae9" providerId="Windows Live" clId="Web-{3679728D-DBA5-44F6-AFD5-4A5CB735F9D4}"/>
    <pc:docChg chg="addSld delSld modSld">
      <pc:chgData name="poke 953" userId="c913613eb4ac0ae9" providerId="Windows Live" clId="Web-{3679728D-DBA5-44F6-AFD5-4A5CB735F9D4}" dt="2025-11-19T11:19:10.476" v="35" actId="20577"/>
      <pc:docMkLst>
        <pc:docMk/>
      </pc:docMkLst>
      <pc:sldChg chg="addSp modSp mod setBg">
        <pc:chgData name="poke 953" userId="c913613eb4ac0ae9" providerId="Windows Live" clId="Web-{3679728D-DBA5-44F6-AFD5-4A5CB735F9D4}" dt="2025-11-19T11:19:10.476" v="35" actId="20577"/>
        <pc:sldMkLst>
          <pc:docMk/>
          <pc:sldMk cId="2151319299" sldId="261"/>
        </pc:sldMkLst>
        <pc:spChg chg="mod">
          <ac:chgData name="poke 953" userId="c913613eb4ac0ae9" providerId="Windows Live" clId="Web-{3679728D-DBA5-44F6-AFD5-4A5CB735F9D4}" dt="2025-11-19T11:18:49.819" v="12" actId="20577"/>
          <ac:spMkLst>
            <pc:docMk/>
            <pc:sldMk cId="2151319299" sldId="261"/>
            <ac:spMk id="2" creationId="{001584A0-5C83-E8D6-8F94-35B9A65E91EE}"/>
          </ac:spMkLst>
        </pc:spChg>
        <pc:spChg chg="mod ord">
          <ac:chgData name="poke 953" userId="c913613eb4ac0ae9" providerId="Windows Live" clId="Web-{3679728D-DBA5-44F6-AFD5-4A5CB735F9D4}" dt="2025-11-19T11:19:10.476" v="35" actId="20577"/>
          <ac:spMkLst>
            <pc:docMk/>
            <pc:sldMk cId="2151319299" sldId="261"/>
            <ac:spMk id="3" creationId="{95F6F433-E970-E850-8E41-BE1BC532CDCD}"/>
          </ac:spMkLst>
        </pc:spChg>
        <pc:spChg chg="add">
          <ac:chgData name="poke 953" userId="c913613eb4ac0ae9" providerId="Windows Live" clId="Web-{3679728D-DBA5-44F6-AFD5-4A5CB735F9D4}" dt="2025-11-19T11:18:35.757" v="8"/>
          <ac:spMkLst>
            <pc:docMk/>
            <pc:sldMk cId="2151319299" sldId="261"/>
            <ac:spMk id="9" creationId="{2C61293E-6EBE-43EF-A52C-9BEBFD7679D4}"/>
          </ac:spMkLst>
        </pc:spChg>
        <pc:spChg chg="add">
          <ac:chgData name="poke 953" userId="c913613eb4ac0ae9" providerId="Windows Live" clId="Web-{3679728D-DBA5-44F6-AFD5-4A5CB735F9D4}" dt="2025-11-19T11:18:35.757" v="8"/>
          <ac:spMkLst>
            <pc:docMk/>
            <pc:sldMk cId="2151319299" sldId="261"/>
            <ac:spMk id="11" creationId="{3FCFB1DE-0B7E-48CC-BA90-B2AB0889F9D6}"/>
          </ac:spMkLst>
        </pc:spChg>
        <pc:picChg chg="add mod">
          <ac:chgData name="poke 953" userId="c913613eb4ac0ae9" providerId="Windows Live" clId="Web-{3679728D-DBA5-44F6-AFD5-4A5CB735F9D4}" dt="2025-11-19T11:18:58.163" v="15" actId="14100"/>
          <ac:picMkLst>
            <pc:docMk/>
            <pc:sldMk cId="2151319299" sldId="261"/>
            <ac:picMk id="4" creationId="{AB2240E4-12B1-C8F8-9A79-36B725EE1B75}"/>
          </ac:picMkLst>
        </pc:picChg>
      </pc:sldChg>
      <pc:sldChg chg="addSp modSp del">
        <pc:chgData name="poke 953" userId="c913613eb4ac0ae9" providerId="Windows Live" clId="Web-{3679728D-DBA5-44F6-AFD5-4A5CB735F9D4}" dt="2025-11-19T11:18:26.554" v="6"/>
        <pc:sldMkLst>
          <pc:docMk/>
          <pc:sldMk cId="1690000390" sldId="263"/>
        </pc:sldMkLst>
        <pc:picChg chg="add mod">
          <ac:chgData name="poke 953" userId="c913613eb4ac0ae9" providerId="Windows Live" clId="Web-{3679728D-DBA5-44F6-AFD5-4A5CB735F9D4}" dt="2025-11-19T11:18:15.600" v="4"/>
          <ac:picMkLst>
            <pc:docMk/>
            <pc:sldMk cId="1690000390" sldId="263"/>
            <ac:picMk id="4" creationId="{54C4DB4B-9829-E34C-0385-5E9F7A7BA8F1}"/>
          </ac:picMkLst>
        </pc:picChg>
      </pc:sldChg>
      <pc:sldChg chg="del">
        <pc:chgData name="poke 953" userId="c913613eb4ac0ae9" providerId="Windows Live" clId="Web-{3679728D-DBA5-44F6-AFD5-4A5CB735F9D4}" dt="2025-11-19T11:18:07.991" v="3"/>
        <pc:sldMkLst>
          <pc:docMk/>
          <pc:sldMk cId="724277730" sldId="264"/>
        </pc:sldMkLst>
      </pc:sldChg>
      <pc:sldChg chg="del">
        <pc:chgData name="poke 953" userId="c913613eb4ac0ae9" providerId="Windows Live" clId="Web-{3679728D-DBA5-44F6-AFD5-4A5CB735F9D4}" dt="2025-11-19T11:18:19.163" v="5"/>
        <pc:sldMkLst>
          <pc:docMk/>
          <pc:sldMk cId="1395830049" sldId="265"/>
        </pc:sldMkLst>
      </pc:sldChg>
      <pc:sldChg chg="delSp add del">
        <pc:chgData name="poke 953" userId="c913613eb4ac0ae9" providerId="Windows Live" clId="Web-{3679728D-DBA5-44F6-AFD5-4A5CB735F9D4}" dt="2025-11-19T11:18:04.178" v="2"/>
        <pc:sldMkLst>
          <pc:docMk/>
          <pc:sldMk cId="1245618837" sldId="266"/>
        </pc:sldMkLst>
        <pc:picChg chg="del">
          <ac:chgData name="poke 953" userId="c913613eb4ac0ae9" providerId="Windows Live" clId="Web-{3679728D-DBA5-44F6-AFD5-4A5CB735F9D4}" dt="2025-11-19T11:18:00.928" v="1"/>
          <ac:picMkLst>
            <pc:docMk/>
            <pc:sldMk cId="1245618837" sldId="266"/>
            <ac:picMk id="4" creationId="{2B493653-3CAA-EA14-383B-7FA5703D0A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2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3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5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9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5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7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1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3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5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5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6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ticalai.fm/episodes" TargetMode="External"/><Relationship Id="rId2" Type="http://schemas.openxmlformats.org/officeDocument/2006/relationships/hyperlink" Target="https://www.youtube.com/@mreflo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erundown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L'IA dégénérative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Veille technologique de Brûlé Quentin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8BA9C-3573-2493-950F-7B197C6B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Le fonctionnement d'une IA en temps normal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35A15-1757-EDCF-2D81-A6DB6797A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fr-FR" sz="3200" b="1"/>
              <a:t>1ère étape : Collecte des données avec des livres, des articles, etc.</a:t>
            </a:r>
            <a:endParaRPr lang="fr-FR"/>
          </a:p>
          <a:p>
            <a:endParaRPr lang="fr-FR" sz="3200" b="1"/>
          </a:p>
          <a:p>
            <a:r>
              <a:rPr lang="fr-FR" sz="3200" b="1"/>
              <a:t>2ème étape : analyse des données</a:t>
            </a:r>
          </a:p>
          <a:p>
            <a:endParaRPr lang="fr-FR" sz="3200" b="1"/>
          </a:p>
          <a:p>
            <a:r>
              <a:rPr lang="fr-FR" sz="3200" b="1"/>
              <a:t>3ème étape : génère une réponse</a:t>
            </a:r>
          </a:p>
          <a:p>
            <a:endParaRPr lang="fr-FR" sz="4000" b="1"/>
          </a:p>
          <a:p>
            <a:pPr marL="1828800" lvl="4" indent="0">
              <a:buNone/>
            </a:pPr>
            <a:r>
              <a:rPr lang="fr-FR" sz="2800" b="1"/>
              <a:t>Réponse fiable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1E4BC218-439A-BADB-1772-BDFAA26811B2}"/>
              </a:ext>
            </a:extLst>
          </p:cNvPr>
          <p:cNvSpPr/>
          <p:nvPr/>
        </p:nvSpPr>
        <p:spPr>
          <a:xfrm>
            <a:off x="1199744" y="5658255"/>
            <a:ext cx="1410510" cy="4863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29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543FE-5184-E94A-A3DD-3BDCF7AE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3 types de </a:t>
            </a:r>
            <a:r>
              <a:rPr lang="fr-FR" sz="4800"/>
              <a:t>dégénérescence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7087FE-61D5-C8FC-BE8B-7C2DE852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b="1">
                <a:ea typeface="+mn-lt"/>
                <a:cs typeface="+mn-lt"/>
              </a:rPr>
              <a:t>1. Dégénérescence factuelle</a:t>
            </a:r>
            <a:endParaRPr lang="fr-FR"/>
          </a:p>
          <a:p>
            <a:endParaRPr lang="fr-FR"/>
          </a:p>
          <a:p>
            <a:r>
              <a:rPr lang="fr-FR" b="1">
                <a:ea typeface="+mn-lt"/>
                <a:cs typeface="+mn-lt"/>
              </a:rPr>
              <a:t>2. Dégénérescence créative</a:t>
            </a:r>
            <a:endParaRPr lang="fr-FR"/>
          </a:p>
          <a:p>
            <a:endParaRPr lang="fr-FR"/>
          </a:p>
          <a:p>
            <a:r>
              <a:rPr lang="fr-FR" b="1">
                <a:ea typeface="+mn-lt"/>
                <a:cs typeface="+mn-lt"/>
              </a:rPr>
              <a:t>3. Dégénérescence conceptuelle</a:t>
            </a:r>
            <a:endParaRPr lang="fr-FR"/>
          </a:p>
          <a:p>
            <a:endParaRPr lang="fr-FR"/>
          </a:p>
          <a:p>
            <a:pPr marL="2286000" lvl="5" indent="0">
              <a:buNone/>
            </a:pPr>
            <a:r>
              <a:rPr lang="fr-FR" sz="2800" b="1"/>
              <a:t>Réponse fausse = hallucination de l'IA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8AEF7640-3256-812D-52F5-42CCF51D313F}"/>
              </a:ext>
            </a:extLst>
          </p:cNvPr>
          <p:cNvSpPr/>
          <p:nvPr/>
        </p:nvSpPr>
        <p:spPr>
          <a:xfrm>
            <a:off x="1152743" y="4765407"/>
            <a:ext cx="1892798" cy="635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77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B52D1B1-788D-F686-2C6D-D2BF7074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5" y="643137"/>
            <a:ext cx="6589537" cy="556815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AD83A7-892E-4A73-5C3C-363E97C0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latin typeface="+mj-lt"/>
                <a:ea typeface="+mj-ea"/>
                <a:cs typeface="+mj-cs"/>
              </a:rPr>
              <a:t>Comment se renseigner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FF342-66BC-95DD-5768-80EEE7DE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496" y="4301656"/>
            <a:ext cx="3189806" cy="1619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kern="1200">
                <a:latin typeface="+mn-lt"/>
                <a:ea typeface="+mn-ea"/>
                <a:cs typeface="+mn-cs"/>
              </a:rPr>
              <a:t>Avec les google alerts</a:t>
            </a:r>
            <a:endParaRPr lang="en-US" sz="3200" b="1" kern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61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A9B85-3519-24B1-2087-4280F9A9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Des chaines YouTube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ABA81-1F28-6E3D-F4E9-E6D20566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AI Explained ==&gt; </a:t>
            </a:r>
            <a:r>
              <a:rPr lang="fr-FR">
                <a:ea typeface="+mn-lt"/>
                <a:cs typeface="+mn-lt"/>
              </a:rPr>
              <a:t>Vulgarisation </a:t>
            </a:r>
            <a:r>
              <a:rPr lang="fr-FR"/>
              <a:t>de sujet sur l'IA(principalement GPT)</a:t>
            </a:r>
          </a:p>
          <a:p>
            <a:r>
              <a:rPr lang="en-US">
                <a:ea typeface="+mn-lt"/>
                <a:cs typeface="+mn-lt"/>
              </a:rPr>
              <a:t>Matt Wolfe ==&gt; Nouvelles sur </a:t>
            </a:r>
            <a:r>
              <a:rPr lang="en-US" err="1">
                <a:ea typeface="+mn-lt"/>
                <a:cs typeface="+mn-lt"/>
              </a:rPr>
              <a:t>l'IA</a:t>
            </a:r>
            <a:endParaRPr lang="en-US" err="1"/>
          </a:p>
          <a:p>
            <a:endParaRPr lang="fr-FR"/>
          </a:p>
          <a:p>
            <a:endParaRPr lang="en-US">
              <a:latin typeface="Aptos"/>
            </a:endParaRPr>
          </a:p>
          <a:p>
            <a:pPr marL="0" indent="0">
              <a:buNone/>
            </a:pPr>
            <a:r>
              <a:rPr lang="en-US">
                <a:latin typeface="Aptos"/>
              </a:rPr>
              <a:t>Practical AI             The Next Wave  </a:t>
            </a:r>
            <a:endParaRPr lang="en-US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3E8B17A-9C0B-766C-3DB2-210D6A1B9C39}"/>
              </a:ext>
            </a:extLst>
          </p:cNvPr>
          <p:cNvSpPr txBox="1">
            <a:spLocks/>
          </p:cNvSpPr>
          <p:nvPr/>
        </p:nvSpPr>
        <p:spPr>
          <a:xfrm>
            <a:off x="712788" y="3382963"/>
            <a:ext cx="10515600" cy="2016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ea typeface="+mj-lt"/>
                <a:cs typeface="+mj-lt"/>
              </a:rPr>
              <a:t>Podcast:</a:t>
            </a:r>
          </a:p>
          <a:p>
            <a:endParaRPr lang="en-US" sz="4000" b="1">
              <a:ea typeface="+mj-lt"/>
              <a:cs typeface="+mj-lt"/>
            </a:endParaRPr>
          </a:p>
          <a:p>
            <a:endParaRPr lang="en-US" sz="3600" b="1">
              <a:ea typeface="+mj-lt"/>
              <a:cs typeface="+mj-lt"/>
            </a:endParaRPr>
          </a:p>
        </p:txBody>
      </p:sp>
      <p:pic>
        <p:nvPicPr>
          <p:cNvPr id="4" name="Image 3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4C3DE618-6B20-52B8-56E7-ECD197AA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8" y="4665304"/>
            <a:ext cx="4199107" cy="1961584"/>
          </a:xfrm>
          <a:prstGeom prst="rect">
            <a:avLst/>
          </a:prstGeom>
        </p:spPr>
      </p:pic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46B178F0-43A7-4328-0899-CCD22A8C1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91" y="4701702"/>
            <a:ext cx="2774910" cy="215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1584A0-5C83-E8D6-8F94-35B9A65E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fr-FR" sz="5400" b="1" dirty="0"/>
              <a:t> </a:t>
            </a:r>
            <a:r>
              <a:rPr lang="fr-FR" sz="5400" b="1" dirty="0">
                <a:ea typeface="+mj-lt"/>
                <a:cs typeface="+mj-lt"/>
              </a:rPr>
              <a:t>Newsletter </a:t>
            </a:r>
            <a:endParaRPr lang="fr-FR" sz="5400" b="1" dirty="0"/>
          </a:p>
        </p:txBody>
      </p:sp>
      <p:pic>
        <p:nvPicPr>
          <p:cNvPr id="4" name="Image 3" descr="Une image contenant texte, Appareils électroniques, ordinateur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B2240E4-12B1-C8F8-9A79-36B725EE1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081"/>
          <a:stretch>
            <a:fillRect/>
          </a:stretch>
        </p:blipFill>
        <p:spPr>
          <a:xfrm>
            <a:off x="20" y="1"/>
            <a:ext cx="404441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6F433-E970-E850-8E41-BE1BC532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200" dirty="0"/>
              <a:t>The </a:t>
            </a:r>
            <a:r>
              <a:rPr lang="fr-FR" sz="2200" dirty="0" err="1"/>
              <a:t>rundown</a:t>
            </a:r>
            <a:r>
              <a:rPr lang="fr-FR" sz="2200" dirty="0"/>
              <a:t> Ai: </a:t>
            </a:r>
            <a:endParaRPr lang="fr-FR"/>
          </a:p>
          <a:p>
            <a:pPr marL="0" indent="0">
              <a:buNone/>
            </a:pPr>
            <a:r>
              <a:rPr lang="fr-FR" sz="2200"/>
              <a:t>Informations sur le domaine de l'ia</a:t>
            </a:r>
            <a:endParaRPr lang="fr-FR" sz="2200" dirty="0"/>
          </a:p>
          <a:p>
            <a:endParaRPr lang="fr-FR" sz="2200"/>
          </a:p>
        </p:txBody>
      </p:sp>
    </p:spTree>
    <p:extLst>
      <p:ext uri="{BB962C8B-B14F-4D97-AF65-F5344CB8AC3E}">
        <p14:creationId xmlns:p14="http://schemas.microsoft.com/office/powerpoint/2010/main" val="215131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2F2AA9-C001-EDC6-4148-CB93D9D4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source: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92F31-2ECB-D0A5-3BBA-DE3B9E79E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>
                <a:ea typeface="+mn-lt"/>
                <a:cs typeface="+mn-lt"/>
              </a:rPr>
              <a:t>La chaine </a:t>
            </a:r>
            <a:r>
              <a:rPr lang="fr-FR" sz="2400" err="1">
                <a:ea typeface="+mn-lt"/>
                <a:cs typeface="+mn-lt"/>
              </a:rPr>
              <a:t>youtube</a:t>
            </a:r>
            <a:r>
              <a:rPr lang="fr-FR" sz="2400">
                <a:ea typeface="+mn-lt"/>
                <a:cs typeface="+mn-lt"/>
              </a:rPr>
              <a:t> ai </a:t>
            </a:r>
            <a:r>
              <a:rPr lang="fr-FR" sz="2400" err="1">
                <a:ea typeface="+mn-lt"/>
                <a:cs typeface="+mn-lt"/>
              </a:rPr>
              <a:t>explained</a:t>
            </a:r>
            <a:r>
              <a:rPr lang="fr-FR" sz="2400">
                <a:ea typeface="+mn-lt"/>
                <a:cs typeface="+mn-lt"/>
              </a:rPr>
              <a:t>  https://www.youtube.com/@aiexplained-official</a:t>
            </a:r>
          </a:p>
          <a:p>
            <a:r>
              <a:rPr lang="fr-FR" sz="2400">
                <a:ea typeface="+mn-lt"/>
                <a:cs typeface="+mn-lt"/>
              </a:rPr>
              <a:t>La chaine </a:t>
            </a:r>
            <a:r>
              <a:rPr lang="fr-FR" sz="2400" err="1">
                <a:ea typeface="+mn-lt"/>
                <a:cs typeface="+mn-lt"/>
              </a:rPr>
              <a:t>youtube</a:t>
            </a:r>
            <a:r>
              <a:rPr lang="fr-FR" sz="2400">
                <a:ea typeface="+mn-lt"/>
                <a:cs typeface="+mn-lt"/>
              </a:rPr>
              <a:t> Matt </a:t>
            </a:r>
            <a:r>
              <a:rPr lang="fr-FR" sz="2400" err="1">
                <a:ea typeface="+mn-lt"/>
                <a:cs typeface="+mn-lt"/>
              </a:rPr>
              <a:t>wolfe</a:t>
            </a:r>
            <a:r>
              <a:rPr lang="fr-FR" sz="2400">
                <a:ea typeface="+mn-lt"/>
                <a:cs typeface="+mn-lt"/>
              </a:rPr>
              <a:t> </a:t>
            </a:r>
            <a:r>
              <a:rPr lang="fr-FR" sz="2400">
                <a:ea typeface="+mn-lt"/>
                <a:cs typeface="+mn-lt"/>
                <a:hlinkClick r:id="rId2"/>
              </a:rPr>
              <a:t>https://www.youtube.com/@mreflow</a:t>
            </a:r>
            <a:endParaRPr lang="fr-FR" sz="2400">
              <a:ea typeface="+mn-lt"/>
              <a:cs typeface="+mn-lt"/>
            </a:endParaRPr>
          </a:p>
          <a:p>
            <a:r>
              <a:rPr lang="fr-FR" sz="2400"/>
              <a:t>Podcast </a:t>
            </a:r>
            <a:r>
              <a:rPr lang="fr-FR" sz="2400" err="1"/>
              <a:t>practical</a:t>
            </a:r>
            <a:r>
              <a:rPr lang="fr-FR" sz="2400"/>
              <a:t> ai </a:t>
            </a:r>
            <a:r>
              <a:rPr lang="fr-FR" sz="2400">
                <a:ea typeface="+mn-lt"/>
                <a:cs typeface="+mn-lt"/>
                <a:hlinkClick r:id="rId3"/>
              </a:rPr>
              <a:t>https://practicalai.fm/episodes</a:t>
            </a:r>
            <a:endParaRPr lang="fr-FR" sz="2400">
              <a:ea typeface="+mn-lt"/>
              <a:cs typeface="+mn-lt"/>
            </a:endParaRPr>
          </a:p>
          <a:p>
            <a:r>
              <a:rPr lang="fr-FR" sz="2400"/>
              <a:t>The </a:t>
            </a:r>
            <a:r>
              <a:rPr lang="fr-FR" sz="2400" err="1"/>
              <a:t>next</a:t>
            </a:r>
            <a:r>
              <a:rPr lang="fr-FR" sz="2400"/>
              <a:t> </a:t>
            </a:r>
            <a:r>
              <a:rPr lang="fr-FR" sz="2400" err="1"/>
              <a:t>wave</a:t>
            </a:r>
            <a:r>
              <a:rPr lang="fr-FR" sz="2400"/>
              <a:t> </a:t>
            </a:r>
            <a:r>
              <a:rPr lang="fr-FR" sz="2400">
                <a:ea typeface="+mn-lt"/>
                <a:cs typeface="+mn-lt"/>
              </a:rPr>
              <a:t>https://lnk.to/thenextwave?utm_source=news.lore.com&amp;utm_medium=newsletter&amp;utm_campaign=welcome-to-lore-brief-your-ai-edge-in-4-minutes-a-week</a:t>
            </a:r>
            <a:endParaRPr lang="fr-FR" sz="2400"/>
          </a:p>
          <a:p>
            <a:r>
              <a:rPr lang="fr-FR" sz="2400"/>
              <a:t>The </a:t>
            </a:r>
            <a:r>
              <a:rPr lang="fr-FR" sz="2400" err="1"/>
              <a:t>rundown</a:t>
            </a:r>
            <a:r>
              <a:rPr lang="fr-FR" sz="2400"/>
              <a:t> ai </a:t>
            </a:r>
            <a:r>
              <a:rPr lang="fr-FR" sz="2400">
                <a:ea typeface="+mn-lt"/>
                <a:cs typeface="+mn-lt"/>
                <a:hlinkClick r:id="rId4"/>
              </a:rPr>
              <a:t>https://www.therundown.ai/</a:t>
            </a:r>
            <a:endParaRPr lang="fr-FR" sz="2400"/>
          </a:p>
          <a:p>
            <a:r>
              <a:rPr lang="fr-FR" sz="2400"/>
              <a:t>TLDR AI : </a:t>
            </a:r>
            <a:r>
              <a:rPr lang="fr-FR" sz="2400">
                <a:ea typeface="+mn-lt"/>
                <a:cs typeface="+mn-lt"/>
              </a:rPr>
              <a:t>https://tldr.tech/ai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405930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7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Office Theme</vt:lpstr>
      <vt:lpstr>L'IA dégénérative</vt:lpstr>
      <vt:lpstr>Le fonctionnement d'une IA en temps normal</vt:lpstr>
      <vt:lpstr>Les 3 types de dégénérescence</vt:lpstr>
      <vt:lpstr>Comment se renseigner ?</vt:lpstr>
      <vt:lpstr>Des chaines YouTube</vt:lpstr>
      <vt:lpstr> Newsletter </vt:lpstr>
      <vt:lpstr>source: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</cp:revision>
  <dcterms:created xsi:type="dcterms:W3CDTF">2025-11-16T18:08:02Z</dcterms:created>
  <dcterms:modified xsi:type="dcterms:W3CDTF">2025-11-19T11:19:10Z</dcterms:modified>
</cp:coreProperties>
</file>