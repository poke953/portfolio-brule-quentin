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7"/>
  </p:notesMasterIdLst>
  <p:sldIdLst>
    <p:sldId id="256" r:id="rId2"/>
    <p:sldId id="257" r:id="rId3"/>
    <p:sldId id="259" r:id="rId4"/>
    <p:sldId id="261" r:id="rId5"/>
    <p:sldId id="264" r:id="rId6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A003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4057" autoAdjust="0"/>
  </p:normalViewPr>
  <p:slideViewPr>
    <p:cSldViewPr snapToGrid="0">
      <p:cViewPr varScale="1">
        <p:scale>
          <a:sx n="56" d="100"/>
          <a:sy n="56" d="100"/>
        </p:scale>
        <p:origin x="1446" y="3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ke 953" userId="c913613eb4ac0ae9" providerId="Windows Live" clId="Web-{91ED1F58-71F7-4F28-826F-FBE41EECC278}"/>
    <pc:docChg chg="addSld modSld addMainMaster delMainMaster">
      <pc:chgData name="poke 953" userId="c913613eb4ac0ae9" providerId="Windows Live" clId="Web-{91ED1F58-71F7-4F28-826F-FBE41EECC278}" dt="2025-11-16T12:35:43.169" v="63" actId="20577"/>
      <pc:docMkLst>
        <pc:docMk/>
      </pc:docMkLst>
      <pc:sldChg chg="addSp delSp modSp mod setBg modClrScheme chgLayout">
        <pc:chgData name="poke 953" userId="c913613eb4ac0ae9" providerId="Windows Live" clId="Web-{91ED1F58-71F7-4F28-826F-FBE41EECC278}" dt="2025-11-16T12:29:46.192" v="46"/>
        <pc:sldMkLst>
          <pc:docMk/>
          <pc:sldMk cId="3784089036" sldId="256"/>
        </pc:sldMkLst>
        <pc:spChg chg="mo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3" creationId="{00000000-0000-0000-0000-000000000000}"/>
          </ac:spMkLst>
        </pc:spChg>
        <pc:spChg chg="add">
          <ac:chgData name="poke 953" userId="c913613eb4ac0ae9" providerId="Windows Live" clId="Web-{91ED1F58-71F7-4F28-826F-FBE41EECC278}" dt="2025-11-16T12:29:46.192" v="46"/>
          <ac:spMkLst>
            <pc:docMk/>
            <pc:sldMk cId="3784089036" sldId="256"/>
            <ac:spMk id="26" creationId="{5AB5C7EE-A919-646B-4F86-BACCBC52D961}"/>
          </ac:spMkLst>
        </pc:spChg>
        <pc:picChg chg="add mod">
          <ac:chgData name="poke 953" userId="c913613eb4ac0ae9" providerId="Windows Live" clId="Web-{91ED1F58-71F7-4F28-826F-FBE41EECC278}" dt="2025-11-16T12:29:46.192" v="46"/>
          <ac:picMkLst>
            <pc:docMk/>
            <pc:sldMk cId="3784089036" sldId="256"/>
            <ac:picMk id="7" creationId="{817B14CB-F517-2354-C706-4F1E24537EEE}"/>
          </ac:picMkLst>
        </pc:picChg>
      </pc:sldChg>
      <pc:sldChg chg="modSp new">
        <pc:chgData name="poke 953" userId="c913613eb4ac0ae9" providerId="Windows Live" clId="Web-{91ED1F58-71F7-4F28-826F-FBE41EECC278}" dt="2025-11-16T12:35:43.169" v="63" actId="20577"/>
        <pc:sldMkLst>
          <pc:docMk/>
          <pc:sldMk cId="2033124443" sldId="257"/>
        </pc:sldMkLst>
        <pc:spChg chg="mod">
          <ac:chgData name="poke 953" userId="c913613eb4ac0ae9" providerId="Windows Live" clId="Web-{91ED1F58-71F7-4F28-826F-FBE41EECC278}" dt="2025-11-16T12:31:10.551" v="54" actId="20577"/>
          <ac:spMkLst>
            <pc:docMk/>
            <pc:sldMk cId="2033124443" sldId="257"/>
            <ac:spMk id="2" creationId="{740ACF3C-B2D9-532F-C66D-85A75663C67A}"/>
          </ac:spMkLst>
        </pc:spChg>
        <pc:spChg chg="mod">
          <ac:chgData name="poke 953" userId="c913613eb4ac0ae9" providerId="Windows Live" clId="Web-{91ED1F58-71F7-4F28-826F-FBE41EECC278}" dt="2025-11-16T12:35:43.169" v="63" actId="20577"/>
          <ac:spMkLst>
            <pc:docMk/>
            <pc:sldMk cId="2033124443" sldId="257"/>
            <ac:spMk id="3" creationId="{945BE91C-4C09-6560-3210-225079A56955}"/>
          </ac:spMkLst>
        </pc:spChg>
      </pc:sldChg>
      <pc:sldMasterChg chg="add replId addSldLayout">
        <pc:chgData name="poke 953" userId="c913613eb4ac0ae9" providerId="Windows Live" clId="Web-{91ED1F58-71F7-4F28-826F-FBE41EECC278}" dt="2025-11-16T12:18:55.781" v="35"/>
        <pc:sldMasterMkLst>
          <pc:docMk/>
          <pc:sldMasterMk cId="1920457781" sldId="2147483660"/>
        </pc:sldMasterMkLst>
        <pc:sldLayoutChg chg="ad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2105446793" sldId="2147483661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530714011" sldId="2147483662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555182978" sldId="2147483663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31114366" sldId="2147483664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512560825" sldId="2147483665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239021891" sldId="2147483666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919877203" sldId="2147483667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590519224" sldId="2147483668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3081640658" sldId="2147483669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1897910840" sldId="2147483670"/>
          </pc:sldLayoutMkLst>
        </pc:sldLayoutChg>
        <pc:sldLayoutChg chg="add replId">
          <pc:chgData name="poke 953" userId="c913613eb4ac0ae9" providerId="Windows Live" clId="Web-{91ED1F58-71F7-4F28-826F-FBE41EECC278}" dt="2025-11-16T12:18:55.781" v="35"/>
          <pc:sldLayoutMkLst>
            <pc:docMk/>
            <pc:sldMasterMk cId="1920457781" sldId="2147483660"/>
            <pc:sldLayoutMk cId="240778695" sldId="2147483671"/>
          </pc:sldLayoutMkLst>
        </pc:sldLayoutChg>
      </pc:sldMasterChg>
    </pc:docChg>
  </pc:docChgLst>
  <pc:docChgLst>
    <pc:chgData name="poke 953" userId="c913613eb4ac0ae9" providerId="LiveId" clId="{99A484BB-246A-43CA-AFF2-5AFF2003EEDE}"/>
    <pc:docChg chg="undo custSel delSld modSld">
      <pc:chgData name="poke 953" userId="c913613eb4ac0ae9" providerId="LiveId" clId="{99A484BB-246A-43CA-AFF2-5AFF2003EEDE}" dt="2026-04-26T11:17:59.441" v="54" actId="47"/>
      <pc:docMkLst>
        <pc:docMk/>
      </pc:docMkLst>
      <pc:sldChg chg="addSp delSp modSp mod">
        <pc:chgData name="poke 953" userId="c913613eb4ac0ae9" providerId="LiveId" clId="{99A484BB-246A-43CA-AFF2-5AFF2003EEDE}" dt="2026-04-26T11:17:05.784" v="44" actId="115"/>
        <pc:sldMkLst>
          <pc:docMk/>
          <pc:sldMk cId="584521698" sldId="259"/>
        </pc:sldMkLst>
        <pc:spChg chg="add mod">
          <ac:chgData name="poke 953" userId="c913613eb4ac0ae9" providerId="LiveId" clId="{99A484BB-246A-43CA-AFF2-5AFF2003EEDE}" dt="2026-04-26T11:17:05.784" v="44" actId="115"/>
          <ac:spMkLst>
            <pc:docMk/>
            <pc:sldMk cId="584521698" sldId="259"/>
            <ac:spMk id="2" creationId="{DD095861-E5D7-96FB-BD81-532D0CFD3981}"/>
          </ac:spMkLst>
        </pc:spChg>
        <pc:spChg chg="add">
          <ac:chgData name="poke 953" userId="c913613eb4ac0ae9" providerId="LiveId" clId="{99A484BB-246A-43CA-AFF2-5AFF2003EEDE}" dt="2026-04-26T11:16:57.804" v="40" actId="11529"/>
          <ac:spMkLst>
            <pc:docMk/>
            <pc:sldMk cId="584521698" sldId="259"/>
            <ac:spMk id="3" creationId="{D028D9CC-D96B-C117-133B-D07CE764D544}"/>
          </ac:spMkLst>
        </pc:spChg>
        <pc:spChg chg="mod">
          <ac:chgData name="poke 953" userId="c913613eb4ac0ae9" providerId="LiveId" clId="{99A484BB-246A-43CA-AFF2-5AFF2003EEDE}" dt="2026-04-26T11:16:04.924" v="28" actId="13822"/>
          <ac:spMkLst>
            <pc:docMk/>
            <pc:sldMk cId="584521698" sldId="259"/>
            <ac:spMk id="19" creationId="{F08CE3D1-06CB-E4CC-9949-427DC8B5B99D}"/>
          </ac:spMkLst>
        </pc:spChg>
        <pc:spChg chg="mod">
          <ac:chgData name="poke 953" userId="c913613eb4ac0ae9" providerId="LiveId" clId="{99A484BB-246A-43CA-AFF2-5AFF2003EEDE}" dt="2026-04-26T11:16:11.574" v="30" actId="13822"/>
          <ac:spMkLst>
            <pc:docMk/>
            <pc:sldMk cId="584521698" sldId="259"/>
            <ac:spMk id="20" creationId="{05504AAE-F4A5-8EF9-061A-310B48D74CF4}"/>
          </ac:spMkLst>
        </pc:spChg>
        <pc:spChg chg="mod">
          <ac:chgData name="poke 953" userId="c913613eb4ac0ae9" providerId="LiveId" clId="{99A484BB-246A-43CA-AFF2-5AFF2003EEDE}" dt="2026-04-26T11:16:02.734" v="27" actId="13822"/>
          <ac:spMkLst>
            <pc:docMk/>
            <pc:sldMk cId="584521698" sldId="259"/>
            <ac:spMk id="21" creationId="{07A60E84-9785-6DB5-4B60-89492BE2BEB1}"/>
          </ac:spMkLst>
        </pc:spChg>
        <pc:spChg chg="mod">
          <ac:chgData name="poke 953" userId="c913613eb4ac0ae9" providerId="LiveId" clId="{99A484BB-246A-43CA-AFF2-5AFF2003EEDE}" dt="2026-04-26T11:16:13.173" v="32" actId="13822"/>
          <ac:spMkLst>
            <pc:docMk/>
            <pc:sldMk cId="584521698" sldId="259"/>
            <ac:spMk id="22" creationId="{F0F98BCC-1204-FBA5-35C1-FFC2B1A33165}"/>
          </ac:spMkLst>
        </pc:spChg>
        <pc:spChg chg="mod">
          <ac:chgData name="poke 953" userId="c913613eb4ac0ae9" providerId="LiveId" clId="{99A484BB-246A-43CA-AFF2-5AFF2003EEDE}" dt="2026-04-26T11:16:14.794" v="33" actId="13822"/>
          <ac:spMkLst>
            <pc:docMk/>
            <pc:sldMk cId="584521698" sldId="259"/>
            <ac:spMk id="23" creationId="{75F96745-7FEF-FD4B-D974-815AC385C719}"/>
          </ac:spMkLst>
        </pc:spChg>
        <pc:spChg chg="mod">
          <ac:chgData name="poke 953" userId="c913613eb4ac0ae9" providerId="LiveId" clId="{99A484BB-246A-43CA-AFF2-5AFF2003EEDE}" dt="2026-04-26T11:16:16.064" v="34" actId="13822"/>
          <ac:spMkLst>
            <pc:docMk/>
            <pc:sldMk cId="584521698" sldId="259"/>
            <ac:spMk id="24" creationId="{EE7DCDB7-047F-0CE6-BF01-98DD7B29C22A}"/>
          </ac:spMkLst>
        </pc:spChg>
        <pc:spChg chg="del mod">
          <ac:chgData name="poke 953" userId="c913613eb4ac0ae9" providerId="LiveId" clId="{99A484BB-246A-43CA-AFF2-5AFF2003EEDE}" dt="2026-04-26T11:15:44.385" v="24"/>
          <ac:spMkLst>
            <pc:docMk/>
            <pc:sldMk cId="584521698" sldId="259"/>
            <ac:spMk id="34" creationId="{C4C1A6B8-54BC-4FE0-073A-70232EFC168D}"/>
          </ac:spMkLst>
        </pc:spChg>
      </pc:sldChg>
      <pc:sldChg chg="addSp modSp mod modNotesTx">
        <pc:chgData name="poke 953" userId="c913613eb4ac0ae9" providerId="LiveId" clId="{99A484BB-246A-43CA-AFF2-5AFF2003EEDE}" dt="2026-04-26T11:17:50.381" v="52"/>
        <pc:sldMkLst>
          <pc:docMk/>
          <pc:sldMk cId="3556524927" sldId="261"/>
        </pc:sldMkLst>
        <pc:spChg chg="mod">
          <ac:chgData name="poke 953" userId="c913613eb4ac0ae9" providerId="LiveId" clId="{99A484BB-246A-43CA-AFF2-5AFF2003EEDE}" dt="2026-04-26T11:17:12.770" v="45" actId="20577"/>
          <ac:spMkLst>
            <pc:docMk/>
            <pc:sldMk cId="3556524927" sldId="261"/>
            <ac:spMk id="3" creationId="{D654BA91-BAEA-6714-9F84-0F10234AA0BD}"/>
          </ac:spMkLst>
        </pc:spChg>
        <pc:spChg chg="add mod">
          <ac:chgData name="poke 953" userId="c913613eb4ac0ae9" providerId="LiveId" clId="{99A484BB-246A-43CA-AFF2-5AFF2003EEDE}" dt="2026-04-26T11:17:35.326" v="48"/>
          <ac:spMkLst>
            <pc:docMk/>
            <pc:sldMk cId="3556524927" sldId="261"/>
            <ac:spMk id="4" creationId="{5D39E20B-EE24-1DBB-C4FB-ABE45F7FCF8E}"/>
          </ac:spMkLst>
        </pc:spChg>
        <pc:spChg chg="add mod">
          <ac:chgData name="poke 953" userId="c913613eb4ac0ae9" providerId="LiveId" clId="{99A484BB-246A-43CA-AFF2-5AFF2003EEDE}" dt="2026-04-26T11:17:35.326" v="48"/>
          <ac:spMkLst>
            <pc:docMk/>
            <pc:sldMk cId="3556524927" sldId="261"/>
            <ac:spMk id="5" creationId="{D654BA91-BAEA-6714-9F84-0F10234AA0BD}"/>
          </ac:spMkLst>
        </pc:spChg>
      </pc:sldChg>
      <pc:sldChg chg="del">
        <pc:chgData name="poke 953" userId="c913613eb4ac0ae9" providerId="LiveId" clId="{99A484BB-246A-43CA-AFF2-5AFF2003EEDE}" dt="2026-04-26T11:17:59.441" v="54" actId="47"/>
        <pc:sldMkLst>
          <pc:docMk/>
          <pc:sldMk cId="2328205133" sldId="263"/>
        </pc:sldMkLst>
      </pc:sldChg>
      <pc:sldChg chg="addSp delSp modSp del mod">
        <pc:chgData name="poke 953" userId="c913613eb4ac0ae9" providerId="LiveId" clId="{99A484BB-246A-43CA-AFF2-5AFF2003EEDE}" dt="2026-04-26T11:17:53.539" v="53" actId="47"/>
        <pc:sldMkLst>
          <pc:docMk/>
          <pc:sldMk cId="3481839793" sldId="265"/>
        </pc:sldMkLst>
        <pc:spChg chg="add del">
          <ac:chgData name="poke 953" userId="c913613eb4ac0ae9" providerId="LiveId" clId="{99A484BB-246A-43CA-AFF2-5AFF2003EEDE}" dt="2026-04-26T11:17:35.890" v="49" actId="21"/>
          <ac:spMkLst>
            <pc:docMk/>
            <pc:sldMk cId="3481839793" sldId="265"/>
            <ac:spMk id="2" creationId="{5D39E20B-EE24-1DBB-C4FB-ABE45F7FCF8E}"/>
          </ac:spMkLst>
        </pc:spChg>
        <pc:spChg chg="add del">
          <ac:chgData name="poke 953" userId="c913613eb4ac0ae9" providerId="LiveId" clId="{99A484BB-246A-43CA-AFF2-5AFF2003EEDE}" dt="2026-04-26T11:17:35.890" v="49" actId="21"/>
          <ac:spMkLst>
            <pc:docMk/>
            <pc:sldMk cId="3481839793" sldId="265"/>
            <ac:spMk id="3" creationId="{D654BA91-BAEA-6714-9F84-0F10234AA0BD}"/>
          </ac:spMkLst>
        </pc:spChg>
        <pc:spChg chg="add del mod">
          <ac:chgData name="poke 953" userId="c913613eb4ac0ae9" providerId="LiveId" clId="{99A484BB-246A-43CA-AFF2-5AFF2003EEDE}" dt="2026-04-26T11:17:35.890" v="49" actId="21"/>
          <ac:spMkLst>
            <pc:docMk/>
            <pc:sldMk cId="3481839793" sldId="265"/>
            <ac:spMk id="5" creationId="{5FDB4397-65B3-A0BF-E415-AFB4FCC30659}"/>
          </ac:spMkLst>
        </pc:spChg>
        <pc:spChg chg="add del mod">
          <ac:chgData name="poke 953" userId="c913613eb4ac0ae9" providerId="LiveId" clId="{99A484BB-246A-43CA-AFF2-5AFF2003EEDE}" dt="2026-04-26T11:17:35.890" v="49" actId="21"/>
          <ac:spMkLst>
            <pc:docMk/>
            <pc:sldMk cId="3481839793" sldId="265"/>
            <ac:spMk id="7" creationId="{5341403F-D77F-C0B8-4DA6-C99422A440B2}"/>
          </ac:spMkLst>
        </pc:spChg>
      </pc:sldChg>
    </pc:docChg>
  </pc:docChgLst>
  <pc:docChgLst>
    <pc:chgData name="poke 953" userId="c913613eb4ac0ae9" providerId="Windows Live" clId="Web-{5D32DB45-B68A-408A-913F-78C085A6EE4A}"/>
    <pc:docChg chg="addSld modSld">
      <pc:chgData name="poke 953" userId="c913613eb4ac0ae9" providerId="Windows Live" clId="Web-{5D32DB45-B68A-408A-913F-78C085A6EE4A}" dt="2025-11-18T14:07:58.322" v="456" actId="20577"/>
      <pc:docMkLst>
        <pc:docMk/>
      </pc:docMkLst>
      <pc:sldChg chg="addSp modSp">
        <pc:chgData name="poke 953" userId="c913613eb4ac0ae9" providerId="Windows Live" clId="Web-{5D32DB45-B68A-408A-913F-78C085A6EE4A}" dt="2025-11-18T13:08:33.912" v="96" actId="20577"/>
        <pc:sldMkLst>
          <pc:docMk/>
          <pc:sldMk cId="621877034" sldId="258"/>
        </pc:sldMkLst>
        <pc:spChg chg="add mod">
          <ac:chgData name="poke 953" userId="c913613eb4ac0ae9" providerId="Windows Live" clId="Web-{5D32DB45-B68A-408A-913F-78C085A6EE4A}" dt="2025-11-18T13:08:33.912" v="96" actId="20577"/>
          <ac:spMkLst>
            <pc:docMk/>
            <pc:sldMk cId="621877034" sldId="258"/>
            <ac:spMk id="3" creationId="{0064D4A9-5531-B352-83F9-EED5E31A5A44}"/>
          </ac:spMkLst>
        </pc:spChg>
      </pc:sldChg>
      <pc:sldChg chg="addSp delSp modSp">
        <pc:chgData name="poke 953" userId="c913613eb4ac0ae9" providerId="Windows Live" clId="Web-{5D32DB45-B68A-408A-913F-78C085A6EE4A}" dt="2025-11-18T13:11:17.398" v="158" actId="20577"/>
        <pc:sldMkLst>
          <pc:docMk/>
          <pc:sldMk cId="1676052078" sldId="260"/>
        </pc:sldMkLst>
        <pc:spChg chg="add del">
          <ac:chgData name="poke 953" userId="c913613eb4ac0ae9" providerId="Windows Live" clId="Web-{5D32DB45-B68A-408A-913F-78C085A6EE4A}" dt="2025-11-18T13:09:16.443" v="98"/>
          <ac:spMkLst>
            <pc:docMk/>
            <pc:sldMk cId="1676052078" sldId="260"/>
            <ac:spMk id="3" creationId="{636F8841-5F1C-16B1-81B6-2AD020EB730C}"/>
          </ac:spMkLst>
        </pc:spChg>
        <pc:spChg chg="mod">
          <ac:chgData name="poke 953" userId="c913613eb4ac0ae9" providerId="Windows Live" clId="Web-{5D32DB45-B68A-408A-913F-78C085A6EE4A}" dt="2025-11-18T13:11:17.398" v="158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 new">
        <pc:chgData name="poke 953" userId="c913613eb4ac0ae9" providerId="Windows Live" clId="Web-{5D32DB45-B68A-408A-913F-78C085A6EE4A}" dt="2025-11-18T14:06:06.176" v="388" actId="20577"/>
        <pc:sldMkLst>
          <pc:docMk/>
          <pc:sldMk cId="3556524927" sldId="261"/>
        </pc:sldMkLst>
        <pc:spChg chg="mod">
          <ac:chgData name="poke 953" userId="c913613eb4ac0ae9" providerId="Windows Live" clId="Web-{5D32DB45-B68A-408A-913F-78C085A6EE4A}" dt="2025-11-18T13:11:48.852" v="182" actId="20577"/>
          <ac:spMkLst>
            <pc:docMk/>
            <pc:sldMk cId="3556524927" sldId="261"/>
            <ac:spMk id="2" creationId="{5D39E20B-EE24-1DBB-C4FB-ABE45F7FCF8E}"/>
          </ac:spMkLst>
        </pc:spChg>
        <pc:spChg chg="mod">
          <ac:chgData name="poke 953" userId="c913613eb4ac0ae9" providerId="Windows Live" clId="Web-{5D32DB45-B68A-408A-913F-78C085A6EE4A}" dt="2025-11-18T14:06:06.176" v="388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modSp new">
        <pc:chgData name="poke 953" userId="c913613eb4ac0ae9" providerId="Windows Live" clId="Web-{5D32DB45-B68A-408A-913F-78C085A6EE4A}" dt="2025-11-18T14:07:58.322" v="456" actId="20577"/>
        <pc:sldMkLst>
          <pc:docMk/>
          <pc:sldMk cId="1281333838" sldId="262"/>
        </pc:sldMkLst>
        <pc:spChg chg="mod">
          <ac:chgData name="poke 953" userId="c913613eb4ac0ae9" providerId="Windows Live" clId="Web-{5D32DB45-B68A-408A-913F-78C085A6EE4A}" dt="2025-11-18T14:06:17.989" v="398" actId="20577"/>
          <ac:spMkLst>
            <pc:docMk/>
            <pc:sldMk cId="1281333838" sldId="262"/>
            <ac:spMk id="2" creationId="{FBDF1928-F70F-82E4-A0B0-FFDBE6E08E62}"/>
          </ac:spMkLst>
        </pc:spChg>
        <pc:spChg chg="mod">
          <ac:chgData name="poke 953" userId="c913613eb4ac0ae9" providerId="Windows Live" clId="Web-{5D32DB45-B68A-408A-913F-78C085A6EE4A}" dt="2025-11-18T14:07:58.322" v="456" actId="20577"/>
          <ac:spMkLst>
            <pc:docMk/>
            <pc:sldMk cId="1281333838" sldId="262"/>
            <ac:spMk id="3" creationId="{1B058352-71E4-4527-41C2-97A922754AB3}"/>
          </ac:spMkLst>
        </pc:spChg>
      </pc:sldChg>
    </pc:docChg>
  </pc:docChgLst>
  <pc:docChgLst>
    <pc:chgData name="poke 953" userId="c913613eb4ac0ae9" providerId="Windows Live" clId="Web-{8ED3E464-459F-4EE1-BF0D-0F3D4528D82B}"/>
    <pc:docChg chg="modSld">
      <pc:chgData name="poke 953" userId="c913613eb4ac0ae9" providerId="Windows Live" clId="Web-{8ED3E464-459F-4EE1-BF0D-0F3D4528D82B}" dt="2025-11-19T13:42:47.211" v="55" actId="20577"/>
      <pc:docMkLst>
        <pc:docMk/>
      </pc:docMkLst>
      <pc:sldChg chg="modSp">
        <pc:chgData name="poke 953" userId="c913613eb4ac0ae9" providerId="Windows Live" clId="Web-{8ED3E464-459F-4EE1-BF0D-0F3D4528D82B}" dt="2025-11-19T13:42:47.211" v="55" actId="20577"/>
        <pc:sldMkLst>
          <pc:docMk/>
          <pc:sldMk cId="2033124443" sldId="257"/>
        </pc:sldMkLst>
        <pc:spChg chg="mod">
          <ac:chgData name="poke 953" userId="c913613eb4ac0ae9" providerId="Windows Live" clId="Web-{8ED3E464-459F-4EE1-BF0D-0F3D4528D82B}" dt="2025-11-19T13:42:47.211" v="55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modSp">
        <pc:chgData name="poke 953" userId="c913613eb4ac0ae9" providerId="Windows Live" clId="Web-{8ED3E464-459F-4EE1-BF0D-0F3D4528D82B}" dt="2025-11-19T07:55:39.203" v="5" actId="20577"/>
        <pc:sldMkLst>
          <pc:docMk/>
          <pc:sldMk cId="1676052078" sldId="260"/>
        </pc:sldMkLst>
        <pc:spChg chg="mod">
          <ac:chgData name="poke 953" userId="c913613eb4ac0ae9" providerId="Windows Live" clId="Web-{8ED3E464-459F-4EE1-BF0D-0F3D4528D82B}" dt="2025-11-19T07:55:39.203" v="5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">
        <pc:chgData name="poke 953" userId="c913613eb4ac0ae9" providerId="Windows Live" clId="Web-{8ED3E464-459F-4EE1-BF0D-0F3D4528D82B}" dt="2025-11-19T08:05:19.398" v="7" actId="20577"/>
        <pc:sldMkLst>
          <pc:docMk/>
          <pc:sldMk cId="3556524927" sldId="261"/>
        </pc:sldMkLst>
        <pc:spChg chg="mod">
          <ac:chgData name="poke 953" userId="c913613eb4ac0ae9" providerId="Windows Live" clId="Web-{8ED3E464-459F-4EE1-BF0D-0F3D4528D82B}" dt="2025-11-19T08:05:19.398" v="7" actId="20577"/>
          <ac:spMkLst>
            <pc:docMk/>
            <pc:sldMk cId="3556524927" sldId="261"/>
            <ac:spMk id="3" creationId="{D654BA91-BAEA-6714-9F84-0F10234AA0BD}"/>
          </ac:spMkLst>
        </pc:spChg>
      </pc:sldChg>
    </pc:docChg>
  </pc:docChgLst>
  <pc:docChgLst>
    <pc:chgData name="poke 953" userId="c913613eb4ac0ae9" providerId="Windows Live" clId="Web-{750799B2-6321-41FD-873F-01700368E26C}"/>
    <pc:docChg chg="addSld modSld">
      <pc:chgData name="poke 953" userId="c913613eb4ac0ae9" providerId="Windows Live" clId="Web-{750799B2-6321-41FD-873F-01700368E26C}" dt="2025-11-18T00:13:47.795" v="286" actId="1076"/>
      <pc:docMkLst>
        <pc:docMk/>
      </pc:docMkLst>
      <pc:sldChg chg="modSp">
        <pc:chgData name="poke 953" userId="c913613eb4ac0ae9" providerId="Windows Live" clId="Web-{750799B2-6321-41FD-873F-01700368E26C}" dt="2025-11-17T23:59:30.707" v="48" actId="20577"/>
        <pc:sldMkLst>
          <pc:docMk/>
          <pc:sldMk cId="2033124443" sldId="257"/>
        </pc:sldMkLst>
        <pc:spChg chg="mod">
          <ac:chgData name="poke 953" userId="c913613eb4ac0ae9" providerId="Windows Live" clId="Web-{750799B2-6321-41FD-873F-01700368E26C}" dt="2025-11-17T23:59:30.707" v="48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addSp delSp modSp new">
        <pc:chgData name="poke 953" userId="c913613eb4ac0ae9" providerId="Windows Live" clId="Web-{750799B2-6321-41FD-873F-01700368E26C}" dt="2025-11-18T00:10:29.076" v="223"/>
        <pc:sldMkLst>
          <pc:docMk/>
          <pc:sldMk cId="621877034" sldId="258"/>
        </pc:sldMkLst>
        <pc:spChg chg="mod">
          <ac:chgData name="poke 953" userId="c913613eb4ac0ae9" providerId="Windows Live" clId="Web-{750799B2-6321-41FD-873F-01700368E26C}" dt="2025-11-17T23:59:50.895" v="59" actId="20577"/>
          <ac:spMkLst>
            <pc:docMk/>
            <pc:sldMk cId="621877034" sldId="258"/>
            <ac:spMk id="2" creationId="{CAF17746-388F-8B24-EAFB-794E17F91460}"/>
          </ac:spMkLst>
        </pc:spChg>
        <pc:spChg chg="del">
          <ac:chgData name="poke 953" userId="c913613eb4ac0ae9" providerId="Windows Live" clId="Web-{750799B2-6321-41FD-873F-01700368E26C}" dt="2025-11-18T00:08:58.458" v="191"/>
          <ac:spMkLst>
            <pc:docMk/>
            <pc:sldMk cId="621877034" sldId="258"/>
            <ac:spMk id="3" creationId="{F6FAB79D-4BD6-0C22-ED23-CFCC2E0AEF17}"/>
          </ac:spMkLst>
        </pc:spChg>
        <pc:spChg chg="add del mod">
          <ac:chgData name="poke 953" userId="c913613eb4ac0ae9" providerId="Windows Live" clId="Web-{750799B2-6321-41FD-873F-01700368E26C}" dt="2025-11-18T00:10:29.076" v="223"/>
          <ac:spMkLst>
            <pc:docMk/>
            <pc:sldMk cId="621877034" sldId="258"/>
            <ac:spMk id="4" creationId="{CA87834F-FBCC-68E1-540B-B9A576E34975}"/>
          </ac:spMkLst>
        </pc:spChg>
      </pc:sldChg>
      <pc:sldChg chg="addSp delSp modSp new">
        <pc:chgData name="poke 953" userId="c913613eb4ac0ae9" providerId="Windows Live" clId="Web-{750799B2-6321-41FD-873F-01700368E26C}" dt="2025-11-18T00:13:47.795" v="286" actId="1076"/>
        <pc:sldMkLst>
          <pc:docMk/>
          <pc:sldMk cId="584521698" sldId="259"/>
        </pc:sldMkLst>
        <pc:spChg chg="mod">
          <ac:chgData name="poke 953" userId="c913613eb4ac0ae9" providerId="Windows Live" clId="Web-{750799B2-6321-41FD-873F-01700368E26C}" dt="2025-11-18T00:13:27.606" v="272" actId="20577"/>
          <ac:spMkLst>
            <pc:docMk/>
            <pc:sldMk cId="584521698" sldId="259"/>
            <ac:spMk id="2" creationId="{5DFAA439-639D-283E-D639-A85F2E2B2276}"/>
          </ac:spMkLst>
        </pc:spChg>
        <pc:spChg chg="del mod">
          <ac:chgData name="poke 953" userId="c913613eb4ac0ae9" providerId="Windows Live" clId="Web-{750799B2-6321-41FD-873F-01700368E26C}" dt="2025-11-18T00:08:45.363" v="188"/>
          <ac:spMkLst>
            <pc:docMk/>
            <pc:sldMk cId="584521698" sldId="259"/>
            <ac:spMk id="3" creationId="{CA87834F-FBCC-68E1-540B-B9A576E34975}"/>
          </ac:spMkLst>
        </pc:spChg>
        <pc:spChg chg="add mod">
          <ac:chgData name="poke 953" userId="c913613eb4ac0ae9" providerId="Windows Live" clId="Web-{750799B2-6321-41FD-873F-01700368E26C}" dt="2025-11-18T00:13:47.717" v="274" actId="1076"/>
          <ac:spMkLst>
            <pc:docMk/>
            <pc:sldMk cId="584521698" sldId="259"/>
            <ac:spMk id="4" creationId="{5DC2E94C-8511-6AAF-81FC-C37DAEBE0E19}"/>
          </ac:spMkLst>
        </pc:spChg>
        <pc:spChg chg="add mod">
          <ac:chgData name="poke 953" userId="c913613eb4ac0ae9" providerId="Windows Live" clId="Web-{750799B2-6321-41FD-873F-01700368E26C}" dt="2025-11-18T00:13:47.732" v="275" actId="1076"/>
          <ac:spMkLst>
            <pc:docMk/>
            <pc:sldMk cId="584521698" sldId="259"/>
            <ac:spMk id="5" creationId="{F064B1B7-8AFA-6762-17DD-D5B76FD6794D}"/>
          </ac:spMkLst>
        </pc:spChg>
        <pc:spChg chg="add mod">
          <ac:chgData name="poke 953" userId="c913613eb4ac0ae9" providerId="Windows Live" clId="Web-{750799B2-6321-41FD-873F-01700368E26C}" dt="2025-11-18T00:13:47.732" v="276" actId="1076"/>
          <ac:spMkLst>
            <pc:docMk/>
            <pc:sldMk cId="584521698" sldId="259"/>
            <ac:spMk id="6" creationId="{A1E9504A-CE51-B369-8640-A44E9231CE9D}"/>
          </ac:spMkLst>
        </pc:spChg>
        <pc:spChg chg="add mod">
          <ac:chgData name="poke 953" userId="c913613eb4ac0ae9" providerId="Windows Live" clId="Web-{750799B2-6321-41FD-873F-01700368E26C}" dt="2025-11-18T00:13:47.748" v="277" actId="1076"/>
          <ac:spMkLst>
            <pc:docMk/>
            <pc:sldMk cId="584521698" sldId="259"/>
            <ac:spMk id="7" creationId="{165CB523-A997-AC0A-A74A-350ACDB73A2F}"/>
          </ac:spMkLst>
        </pc:spChg>
        <pc:spChg chg="add mod">
          <ac:chgData name="poke 953" userId="c913613eb4ac0ae9" providerId="Windows Live" clId="Web-{750799B2-6321-41FD-873F-01700368E26C}" dt="2025-11-18T00:13:47.748" v="278" actId="1076"/>
          <ac:spMkLst>
            <pc:docMk/>
            <pc:sldMk cId="584521698" sldId="259"/>
            <ac:spMk id="8" creationId="{60C32BCE-541F-288E-AC71-5D31FB56FABB}"/>
          </ac:spMkLst>
        </pc:spChg>
        <pc:spChg chg="add mod">
          <ac:chgData name="poke 953" userId="c913613eb4ac0ae9" providerId="Windows Live" clId="Web-{750799B2-6321-41FD-873F-01700368E26C}" dt="2025-11-18T00:13:47.764" v="279" actId="1076"/>
          <ac:spMkLst>
            <pc:docMk/>
            <pc:sldMk cId="584521698" sldId="259"/>
            <ac:spMk id="9" creationId="{2BFFCAB5-DE67-9473-9566-D6A96E1D995A}"/>
          </ac:spMkLst>
        </pc:spChg>
        <pc:spChg chg="add mod">
          <ac:chgData name="poke 953" userId="c913613eb4ac0ae9" providerId="Windows Live" clId="Web-{750799B2-6321-41FD-873F-01700368E26C}" dt="2025-11-18T00:13:47.795" v="285" actId="1076"/>
          <ac:spMkLst>
            <pc:docMk/>
            <pc:sldMk cId="584521698" sldId="259"/>
            <ac:spMk id="16" creationId="{B0627B92-AFD2-E960-17C1-98F1A3B87450}"/>
          </ac:spMkLst>
        </pc:spChg>
        <pc:spChg chg="add del mod">
          <ac:chgData name="poke 953" userId="c913613eb4ac0ae9" providerId="Windows Live" clId="Web-{750799B2-6321-41FD-873F-01700368E26C}" dt="2025-11-18T00:13:35.919" v="273"/>
          <ac:spMkLst>
            <pc:docMk/>
            <pc:sldMk cId="584521698" sldId="259"/>
            <ac:spMk id="19" creationId="{1A23AC74-838A-B747-E430-1BA1709D00A2}"/>
          </ac:spMkLst>
        </pc:spChg>
        <pc:cxnChg chg="add del">
          <ac:chgData name="poke 953" userId="c913613eb4ac0ae9" providerId="Windows Live" clId="Web-{750799B2-6321-41FD-873F-01700368E26C}" dt="2025-11-18T00:05:56.672" v="156"/>
          <ac:cxnSpMkLst>
            <pc:docMk/>
            <pc:sldMk cId="584521698" sldId="259"/>
            <ac:cxnSpMk id="10" creationId="{FE34D541-2882-2B5E-A991-4BFC6E4CD61A}"/>
          </ac:cxnSpMkLst>
        </pc:cxnChg>
        <pc:cxnChg chg="add mod">
          <ac:chgData name="poke 953" userId="c913613eb4ac0ae9" providerId="Windows Live" clId="Web-{750799B2-6321-41FD-873F-01700368E26C}" dt="2025-11-18T00:13:47.764" v="280" actId="1076"/>
          <ac:cxnSpMkLst>
            <pc:docMk/>
            <pc:sldMk cId="584521698" sldId="259"/>
            <ac:cxnSpMk id="11" creationId="{E072F568-955B-B7B2-A1F9-BF1515245194}"/>
          </ac:cxnSpMkLst>
        </pc:cxnChg>
        <pc:cxnChg chg="add mod">
          <ac:chgData name="poke 953" userId="c913613eb4ac0ae9" providerId="Windows Live" clId="Web-{750799B2-6321-41FD-873F-01700368E26C}" dt="2025-11-18T00:13:47.764" v="281" actId="1076"/>
          <ac:cxnSpMkLst>
            <pc:docMk/>
            <pc:sldMk cId="584521698" sldId="259"/>
            <ac:cxnSpMk id="12" creationId="{88FFA6AB-47C3-1A49-83CB-F8FED3EB3264}"/>
          </ac:cxnSpMkLst>
        </pc:cxnChg>
        <pc:cxnChg chg="add mod">
          <ac:chgData name="poke 953" userId="c913613eb4ac0ae9" providerId="Windows Live" clId="Web-{750799B2-6321-41FD-873F-01700368E26C}" dt="2025-11-18T00:13:47.779" v="282" actId="1076"/>
          <ac:cxnSpMkLst>
            <pc:docMk/>
            <pc:sldMk cId="584521698" sldId="259"/>
            <ac:cxnSpMk id="13" creationId="{F357EF74-AAE6-4DBB-C2C5-B2C664C5C047}"/>
          </ac:cxnSpMkLst>
        </pc:cxnChg>
        <pc:cxnChg chg="add mod">
          <ac:chgData name="poke 953" userId="c913613eb4ac0ae9" providerId="Windows Live" clId="Web-{750799B2-6321-41FD-873F-01700368E26C}" dt="2025-11-18T00:13:47.779" v="283" actId="1076"/>
          <ac:cxnSpMkLst>
            <pc:docMk/>
            <pc:sldMk cId="584521698" sldId="259"/>
            <ac:cxnSpMk id="14" creationId="{2EADF498-4AAF-C653-9FB6-5FF00BE6D94D}"/>
          </ac:cxnSpMkLst>
        </pc:cxnChg>
        <pc:cxnChg chg="add mod">
          <ac:chgData name="poke 953" userId="c913613eb4ac0ae9" providerId="Windows Live" clId="Web-{750799B2-6321-41FD-873F-01700368E26C}" dt="2025-11-18T00:13:47.779" v="284" actId="1076"/>
          <ac:cxnSpMkLst>
            <pc:docMk/>
            <pc:sldMk cId="584521698" sldId="259"/>
            <ac:cxnSpMk id="15" creationId="{B543BFAD-6201-383A-58F2-00F2715A9DD7}"/>
          </ac:cxnSpMkLst>
        </pc:cxnChg>
        <pc:cxnChg chg="add mod">
          <ac:chgData name="poke 953" userId="c913613eb4ac0ae9" providerId="Windows Live" clId="Web-{750799B2-6321-41FD-873F-01700368E26C}" dt="2025-11-18T00:13:47.795" v="286" actId="1076"/>
          <ac:cxnSpMkLst>
            <pc:docMk/>
            <pc:sldMk cId="584521698" sldId="259"/>
            <ac:cxnSpMk id="17" creationId="{414247FA-FC08-C026-2B63-40409D1EF679}"/>
          </ac:cxnSpMkLst>
        </pc:cxnChg>
      </pc:sldChg>
      <pc:sldChg chg="addSp delSp modSp new">
        <pc:chgData name="poke 953" userId="c913613eb4ac0ae9" providerId="Windows Live" clId="Web-{750799B2-6321-41FD-873F-01700368E26C}" dt="2025-11-18T00:11:40.252" v="255" actId="20577"/>
        <pc:sldMkLst>
          <pc:docMk/>
          <pc:sldMk cId="1676052078" sldId="260"/>
        </pc:sldMkLst>
        <pc:spChg chg="mod">
          <ac:chgData name="poke 953" userId="c913613eb4ac0ae9" providerId="Windows Live" clId="Web-{750799B2-6321-41FD-873F-01700368E26C}" dt="2025-11-18T00:11:40.252" v="255" actId="20577"/>
          <ac:spMkLst>
            <pc:docMk/>
            <pc:sldMk cId="1676052078" sldId="260"/>
            <ac:spMk id="2" creationId="{AD0CF682-A829-1CE0-BEEC-E4407D9971FB}"/>
          </ac:spMkLst>
        </pc:spChg>
        <pc:spChg chg="del mod">
          <ac:chgData name="poke 953" userId="c913613eb4ac0ae9" providerId="Windows Live" clId="Web-{750799B2-6321-41FD-873F-01700368E26C}" dt="2025-11-18T00:10:45.827" v="227"/>
          <ac:spMkLst>
            <pc:docMk/>
            <pc:sldMk cId="1676052078" sldId="260"/>
            <ac:spMk id="3" creationId="{DCDCF09D-D15A-5263-7894-514F13C5C247}"/>
          </ac:spMkLst>
        </pc:spChg>
        <pc:spChg chg="add mod">
          <ac:chgData name="poke 953" userId="c913613eb4ac0ae9" providerId="Windows Live" clId="Web-{750799B2-6321-41FD-873F-01700368E26C}" dt="2025-11-18T00:10:53.468" v="229" actId="20577"/>
          <ac:spMkLst>
            <pc:docMk/>
            <pc:sldMk cId="1676052078" sldId="260"/>
            <ac:spMk id="4" creationId="{CA87834F-FBCC-68E1-540B-B9A576E34975}"/>
          </ac:spMkLst>
        </pc:spChg>
      </pc:sldChg>
    </pc:docChg>
  </pc:docChgLst>
  <pc:docChgLst>
    <pc:chgData name="poke 953" userId="c913613eb4ac0ae9" providerId="Windows Live" clId="Web-{67AF54C2-C70C-4024-A6FA-659ABAE6B022}"/>
    <pc:docChg chg="addSld modSld">
      <pc:chgData name="poke 953" userId="c913613eb4ac0ae9" providerId="Windows Live" clId="Web-{67AF54C2-C70C-4024-A6FA-659ABAE6B022}" dt="2025-11-18T20:05:18.969" v="247" actId="20577"/>
      <pc:docMkLst>
        <pc:docMk/>
      </pc:docMkLst>
      <pc:sldChg chg="modSp">
        <pc:chgData name="poke 953" userId="c913613eb4ac0ae9" providerId="Windows Live" clId="Web-{67AF54C2-C70C-4024-A6FA-659ABAE6B022}" dt="2025-11-18T14:43:00.055" v="103" actId="20577"/>
        <pc:sldMkLst>
          <pc:docMk/>
          <pc:sldMk cId="2033124443" sldId="257"/>
        </pc:sldMkLst>
        <pc:spChg chg="mod">
          <ac:chgData name="poke 953" userId="c913613eb4ac0ae9" providerId="Windows Live" clId="Web-{67AF54C2-C70C-4024-A6FA-659ABAE6B022}" dt="2025-11-18T14:43:00.055" v="103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modSp">
        <pc:chgData name="poke 953" userId="c913613eb4ac0ae9" providerId="Windows Live" clId="Web-{67AF54C2-C70C-4024-A6FA-659ABAE6B022}" dt="2025-11-18T14:44:00.259" v="117" actId="20577"/>
        <pc:sldMkLst>
          <pc:docMk/>
          <pc:sldMk cId="621877034" sldId="258"/>
        </pc:sldMkLst>
        <pc:spChg chg="mod">
          <ac:chgData name="poke 953" userId="c913613eb4ac0ae9" providerId="Windows Live" clId="Web-{67AF54C2-C70C-4024-A6FA-659ABAE6B022}" dt="2025-11-18T14:44:00.259" v="117" actId="20577"/>
          <ac:spMkLst>
            <pc:docMk/>
            <pc:sldMk cId="621877034" sldId="258"/>
            <ac:spMk id="3" creationId="{0064D4A9-5531-B352-83F9-EED5E31A5A44}"/>
          </ac:spMkLst>
        </pc:spChg>
      </pc:sldChg>
      <pc:sldChg chg="modSp">
        <pc:chgData name="poke 953" userId="c913613eb4ac0ae9" providerId="Windows Live" clId="Web-{67AF54C2-C70C-4024-A6FA-659ABAE6B022}" dt="2025-11-18T20:04:07.140" v="241" actId="20577"/>
        <pc:sldMkLst>
          <pc:docMk/>
          <pc:sldMk cId="584521698" sldId="259"/>
        </pc:sldMkLst>
        <pc:spChg chg="mod">
          <ac:chgData name="poke 953" userId="c913613eb4ac0ae9" providerId="Windows Live" clId="Web-{67AF54C2-C70C-4024-A6FA-659ABAE6B022}" dt="2025-11-18T20:04:07.140" v="241" actId="20577"/>
          <ac:spMkLst>
            <pc:docMk/>
            <pc:sldMk cId="584521698" sldId="259"/>
            <ac:spMk id="5" creationId="{F064B1B7-8AFA-6762-17DD-D5B76FD6794D}"/>
          </ac:spMkLst>
        </pc:spChg>
        <pc:spChg chg="mod">
          <ac:chgData name="poke 953" userId="c913613eb4ac0ae9" providerId="Windows Live" clId="Web-{67AF54C2-C70C-4024-A6FA-659ABAE6B022}" dt="2025-11-18T20:04:04.827" v="239" actId="20577"/>
          <ac:spMkLst>
            <pc:docMk/>
            <pc:sldMk cId="584521698" sldId="259"/>
            <ac:spMk id="6" creationId="{A1E9504A-CE51-B369-8640-A44E9231CE9D}"/>
          </ac:spMkLst>
        </pc:spChg>
        <pc:spChg chg="mod">
          <ac:chgData name="poke 953" userId="c913613eb4ac0ae9" providerId="Windows Live" clId="Web-{67AF54C2-C70C-4024-A6FA-659ABAE6B022}" dt="2025-11-18T20:03:55.733" v="235" actId="20577"/>
          <ac:spMkLst>
            <pc:docMk/>
            <pc:sldMk cId="584521698" sldId="259"/>
            <ac:spMk id="8" creationId="{60C32BCE-541F-288E-AC71-5D31FB56FABB}"/>
          </ac:spMkLst>
        </pc:spChg>
      </pc:sldChg>
      <pc:sldChg chg="modSp">
        <pc:chgData name="poke 953" userId="c913613eb4ac0ae9" providerId="Windows Live" clId="Web-{67AF54C2-C70C-4024-A6FA-659ABAE6B022}" dt="2025-11-18T20:04:38.984" v="243" actId="20577"/>
        <pc:sldMkLst>
          <pc:docMk/>
          <pc:sldMk cId="1676052078" sldId="260"/>
        </pc:sldMkLst>
        <pc:spChg chg="mod">
          <ac:chgData name="poke 953" userId="c913613eb4ac0ae9" providerId="Windows Live" clId="Web-{67AF54C2-C70C-4024-A6FA-659ABAE6B022}" dt="2025-11-18T20:04:38.984" v="243" actId="20577"/>
          <ac:spMkLst>
            <pc:docMk/>
            <pc:sldMk cId="1676052078" sldId="260"/>
            <ac:spMk id="4" creationId="{CA87834F-FBCC-68E1-540B-B9A576E34975}"/>
          </ac:spMkLst>
        </pc:spChg>
      </pc:sldChg>
      <pc:sldChg chg="modSp">
        <pc:chgData name="poke 953" userId="c913613eb4ac0ae9" providerId="Windows Live" clId="Web-{67AF54C2-C70C-4024-A6FA-659ABAE6B022}" dt="2025-11-18T14:38:36.876" v="38" actId="20577"/>
        <pc:sldMkLst>
          <pc:docMk/>
          <pc:sldMk cId="3556524927" sldId="261"/>
        </pc:sldMkLst>
        <pc:spChg chg="mod">
          <ac:chgData name="poke 953" userId="c913613eb4ac0ae9" providerId="Windows Live" clId="Web-{67AF54C2-C70C-4024-A6FA-659ABAE6B022}" dt="2025-11-18T14:38:36.876" v="38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modSp">
        <pc:chgData name="poke 953" userId="c913613eb4ac0ae9" providerId="Windows Live" clId="Web-{67AF54C2-C70C-4024-A6FA-659ABAE6B022}" dt="2025-11-18T14:46:20.777" v="120" actId="20577"/>
        <pc:sldMkLst>
          <pc:docMk/>
          <pc:sldMk cId="1281333838" sldId="262"/>
        </pc:sldMkLst>
        <pc:spChg chg="mod">
          <ac:chgData name="poke 953" userId="c913613eb4ac0ae9" providerId="Windows Live" clId="Web-{67AF54C2-C70C-4024-A6FA-659ABAE6B022}" dt="2025-11-18T14:39:36.722" v="97" actId="20577"/>
          <ac:spMkLst>
            <pc:docMk/>
            <pc:sldMk cId="1281333838" sldId="262"/>
            <ac:spMk id="2" creationId="{FBDF1928-F70F-82E4-A0B0-FFDBE6E08E62}"/>
          </ac:spMkLst>
        </pc:spChg>
        <pc:spChg chg="mod">
          <ac:chgData name="poke 953" userId="c913613eb4ac0ae9" providerId="Windows Live" clId="Web-{67AF54C2-C70C-4024-A6FA-659ABAE6B022}" dt="2025-11-18T14:46:20.777" v="120" actId="20577"/>
          <ac:spMkLst>
            <pc:docMk/>
            <pc:sldMk cId="1281333838" sldId="262"/>
            <ac:spMk id="3" creationId="{1B058352-71E4-4527-41C2-97A922754AB3}"/>
          </ac:spMkLst>
        </pc:spChg>
      </pc:sldChg>
      <pc:sldChg chg="modSp new">
        <pc:chgData name="poke 953" userId="c913613eb4ac0ae9" providerId="Windows Live" clId="Web-{67AF54C2-C70C-4024-A6FA-659ABAE6B022}" dt="2025-11-18T20:05:18.969" v="247" actId="20577"/>
        <pc:sldMkLst>
          <pc:docMk/>
          <pc:sldMk cId="2328205133" sldId="263"/>
        </pc:sldMkLst>
        <pc:spChg chg="mod">
          <ac:chgData name="poke 953" userId="c913613eb4ac0ae9" providerId="Windows Live" clId="Web-{67AF54C2-C70C-4024-A6FA-659ABAE6B022}" dt="2025-11-18T14:48:04.528" v="124" actId="20577"/>
          <ac:spMkLst>
            <pc:docMk/>
            <pc:sldMk cId="2328205133" sldId="263"/>
            <ac:spMk id="2" creationId="{AF565C8F-EB08-57D9-BD8E-59F3287C854E}"/>
          </ac:spMkLst>
        </pc:spChg>
        <pc:spChg chg="mod">
          <ac:chgData name="poke 953" userId="c913613eb4ac0ae9" providerId="Windows Live" clId="Web-{67AF54C2-C70C-4024-A6FA-659ABAE6B022}" dt="2025-11-18T20:05:18.969" v="247" actId="20577"/>
          <ac:spMkLst>
            <pc:docMk/>
            <pc:sldMk cId="2328205133" sldId="263"/>
            <ac:spMk id="3" creationId="{5819A2DB-AE7E-2B6A-EC84-1FBE0222DBA6}"/>
          </ac:spMkLst>
        </pc:spChg>
      </pc:sldChg>
    </pc:docChg>
  </pc:docChgLst>
  <pc:docChgLst>
    <pc:chgData name="poke 953" userId="c913613eb4ac0ae9" providerId="Windows Live" clId="Web-{120B2B6B-CC6C-494C-8ABA-7C2200B463BC}"/>
    <pc:docChg chg="modSld">
      <pc:chgData name="poke 953" userId="c913613eb4ac0ae9" providerId="Windows Live" clId="Web-{120B2B6B-CC6C-494C-8ABA-7C2200B463BC}" dt="2025-11-16T18:10:13.376" v="3"/>
      <pc:docMkLst>
        <pc:docMk/>
      </pc:docMkLst>
      <pc:sldChg chg="addSp delSp modSp">
        <pc:chgData name="poke 953" userId="c913613eb4ac0ae9" providerId="Windows Live" clId="Web-{120B2B6B-CC6C-494C-8ABA-7C2200B463BC}" dt="2025-11-16T18:10:13.376" v="3"/>
        <pc:sldMkLst>
          <pc:docMk/>
          <pc:sldMk cId="3784089036" sldId="256"/>
        </pc:sldMkLst>
        <pc:picChg chg="add del">
          <ac:chgData name="poke 953" userId="c913613eb4ac0ae9" providerId="Windows Live" clId="Web-{120B2B6B-CC6C-494C-8ABA-7C2200B463BC}" dt="2025-11-16T18:10:13.376" v="3"/>
          <ac:picMkLst>
            <pc:docMk/>
            <pc:sldMk cId="3784089036" sldId="256"/>
            <ac:picMk id="7" creationId="{817B14CB-F517-2354-C706-4F1E24537EEE}"/>
          </ac:picMkLst>
        </pc:picChg>
      </pc:sldChg>
    </pc:docChg>
  </pc:docChgLst>
  <pc:docChgLst>
    <pc:chgData name="poke 953" userId="c913613eb4ac0ae9" providerId="LiveId" clId="{A7549AF2-DB24-4EB2-96B4-FFB20A02D3FE}"/>
    <pc:docChg chg="undo custSel addSld delSld modSld">
      <pc:chgData name="poke 953" userId="c913613eb4ac0ae9" providerId="LiveId" clId="{A7549AF2-DB24-4EB2-96B4-FFB20A02D3FE}" dt="2026-03-24T17:45:29.414" v="515" actId="20577"/>
      <pc:docMkLst>
        <pc:docMk/>
      </pc:docMkLst>
      <pc:sldChg chg="modSp mod">
        <pc:chgData name="poke 953" userId="c913613eb4ac0ae9" providerId="LiveId" clId="{A7549AF2-DB24-4EB2-96B4-FFB20A02D3FE}" dt="2026-03-23T12:35:40.086" v="377"/>
        <pc:sldMkLst>
          <pc:docMk/>
          <pc:sldMk cId="3784089036" sldId="256"/>
        </pc:sldMkLst>
        <pc:spChg chg="mod">
          <ac:chgData name="poke 953" userId="c913613eb4ac0ae9" providerId="LiveId" clId="{A7549AF2-DB24-4EB2-96B4-FFB20A02D3FE}" dt="2026-03-23T12:35:40.086" v="377"/>
          <ac:spMkLst>
            <pc:docMk/>
            <pc:sldMk cId="3784089036" sldId="256"/>
            <ac:spMk id="3" creationId="{00000000-0000-0000-0000-000000000000}"/>
          </ac:spMkLst>
        </pc:spChg>
      </pc:sldChg>
      <pc:sldChg chg="modSp mod modNotesTx">
        <pc:chgData name="poke 953" userId="c913613eb4ac0ae9" providerId="LiveId" clId="{A7549AF2-DB24-4EB2-96B4-FFB20A02D3FE}" dt="2026-03-24T17:42:27.031" v="484" actId="20577"/>
        <pc:sldMkLst>
          <pc:docMk/>
          <pc:sldMk cId="2033124443" sldId="257"/>
        </pc:sldMkLst>
        <pc:spChg chg="mod">
          <ac:chgData name="poke 953" userId="c913613eb4ac0ae9" providerId="LiveId" clId="{A7549AF2-DB24-4EB2-96B4-FFB20A02D3FE}" dt="2026-03-24T17:42:27.031" v="484" actId="20577"/>
          <ac:spMkLst>
            <pc:docMk/>
            <pc:sldMk cId="2033124443" sldId="257"/>
            <ac:spMk id="3" creationId="{945BE91C-4C09-6560-3210-225079A56955}"/>
          </ac:spMkLst>
        </pc:spChg>
      </pc:sldChg>
      <pc:sldChg chg="modSp del mod">
        <pc:chgData name="poke 953" userId="c913613eb4ac0ae9" providerId="LiveId" clId="{A7549AF2-DB24-4EB2-96B4-FFB20A02D3FE}" dt="2026-03-24T12:35:47.297" v="467" actId="47"/>
        <pc:sldMkLst>
          <pc:docMk/>
          <pc:sldMk cId="621877034" sldId="258"/>
        </pc:sldMkLst>
        <pc:spChg chg="mod">
          <ac:chgData name="poke 953" userId="c913613eb4ac0ae9" providerId="LiveId" clId="{A7549AF2-DB24-4EB2-96B4-FFB20A02D3FE}" dt="2026-03-24T12:35:19.563" v="463" actId="1076"/>
          <ac:spMkLst>
            <pc:docMk/>
            <pc:sldMk cId="621877034" sldId="258"/>
            <ac:spMk id="3" creationId="{0064D4A9-5531-B352-83F9-EED5E31A5A44}"/>
          </ac:spMkLst>
        </pc:spChg>
      </pc:sldChg>
      <pc:sldChg chg="addSp delSp modSp mod">
        <pc:chgData name="poke 953" userId="c913613eb4ac0ae9" providerId="LiveId" clId="{A7549AF2-DB24-4EB2-96B4-FFB20A02D3FE}" dt="2026-03-23T10:45:35.569" v="8"/>
        <pc:sldMkLst>
          <pc:docMk/>
          <pc:sldMk cId="584521698" sldId="259"/>
        </pc:sldMkLst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2" creationId="{5DFAA439-639D-283E-D639-A85F2E2B2276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4" creationId="{5DC2E94C-8511-6AAF-81FC-C37DAEBE0E19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5" creationId="{F064B1B7-8AFA-6762-17DD-D5B76FD6794D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6" creationId="{A1E9504A-CE51-B369-8640-A44E9231CE9D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7" creationId="{165CB523-A997-AC0A-A74A-350ACDB73A2F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8" creationId="{60C32BCE-541F-288E-AC71-5D31FB56FABB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9" creationId="{2BFFCAB5-DE67-9473-9566-D6A96E1D995A}"/>
          </ac:spMkLst>
        </pc:spChg>
        <pc:spChg chg="add del mod">
          <ac:chgData name="poke 953" userId="c913613eb4ac0ae9" providerId="LiveId" clId="{A7549AF2-DB24-4EB2-96B4-FFB20A02D3FE}" dt="2026-03-23T10:45:17.748" v="5" actId="478"/>
          <ac:spMkLst>
            <pc:docMk/>
            <pc:sldMk cId="584521698" sldId="259"/>
            <ac:spMk id="10" creationId="{81EF58AD-F4C9-E4ED-8842-119972D1DA3E}"/>
          </ac:spMkLst>
        </pc:spChg>
        <pc:spChg chg="del">
          <ac:chgData name="poke 953" userId="c913613eb4ac0ae9" providerId="LiveId" clId="{A7549AF2-DB24-4EB2-96B4-FFB20A02D3FE}" dt="2026-03-23T10:45:13.386" v="3" actId="478"/>
          <ac:spMkLst>
            <pc:docMk/>
            <pc:sldMk cId="584521698" sldId="259"/>
            <ac:spMk id="16" creationId="{B0627B92-AFD2-E960-17C1-98F1A3B87450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18" creationId="{510274DC-1903-1CF4-1656-7A38AF810A1E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19" creationId="{F08CE3D1-06CB-E4CC-9949-427DC8B5B99D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20" creationId="{05504AAE-F4A5-8EF9-061A-310B48D74CF4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21" creationId="{07A60E84-9785-6DB5-4B60-89492BE2BEB1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22" creationId="{F0F98BCC-1204-FBA5-35C1-FFC2B1A33165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23" creationId="{75F96745-7FEF-FD4B-D974-815AC385C719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24" creationId="{EE7DCDB7-047F-0CE6-BF01-98DD7B29C22A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30" creationId="{F6A3FD96-AF1B-D1D9-9771-A01A94A425E1}"/>
          </ac:spMkLst>
        </pc:spChg>
        <pc:spChg chg="add mod">
          <ac:chgData name="poke 953" userId="c913613eb4ac0ae9" providerId="LiveId" clId="{A7549AF2-DB24-4EB2-96B4-FFB20A02D3FE}" dt="2026-03-23T10:45:14.098" v="4"/>
          <ac:spMkLst>
            <pc:docMk/>
            <pc:sldMk cId="584521698" sldId="259"/>
            <ac:spMk id="32" creationId="{B8E747B8-618D-0D62-CFC6-600128BB8D64}"/>
          </ac:spMkLst>
        </pc:spChg>
        <pc:spChg chg="add mod">
          <ac:chgData name="poke 953" userId="c913613eb4ac0ae9" providerId="LiveId" clId="{A7549AF2-DB24-4EB2-96B4-FFB20A02D3FE}" dt="2026-03-23T10:45:30.194" v="7" actId="313"/>
          <ac:spMkLst>
            <pc:docMk/>
            <pc:sldMk cId="584521698" sldId="259"/>
            <ac:spMk id="33" creationId="{6CC8CA73-71AB-90B8-5E2A-B980C26BBAF9}"/>
          </ac:spMkLst>
        </pc:spChg>
        <pc:spChg chg="add mod">
          <ac:chgData name="poke 953" userId="c913613eb4ac0ae9" providerId="LiveId" clId="{A7549AF2-DB24-4EB2-96B4-FFB20A02D3FE}" dt="2026-03-23T10:45:35.569" v="8"/>
          <ac:spMkLst>
            <pc:docMk/>
            <pc:sldMk cId="584521698" sldId="259"/>
            <ac:spMk id="34" creationId="{C4C1A6B8-54BC-4FE0-073A-70232EFC168D}"/>
          </ac:spMkLst>
        </pc:sp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1" creationId="{E072F568-955B-B7B2-A1F9-BF1515245194}"/>
          </ac:cxnSpMkLst>
        </pc:cxn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2" creationId="{88FFA6AB-47C3-1A49-83CB-F8FED3EB3264}"/>
          </ac:cxnSpMkLst>
        </pc:cxn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3" creationId="{F357EF74-AAE6-4DBB-C2C5-B2C664C5C047}"/>
          </ac:cxnSpMkLst>
        </pc:cxn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4" creationId="{2EADF498-4AAF-C653-9FB6-5FF00BE6D94D}"/>
          </ac:cxnSpMkLst>
        </pc:cxn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5" creationId="{B543BFAD-6201-383A-58F2-00F2715A9DD7}"/>
          </ac:cxnSpMkLst>
        </pc:cxnChg>
        <pc:cxnChg chg="del">
          <ac:chgData name="poke 953" userId="c913613eb4ac0ae9" providerId="LiveId" clId="{A7549AF2-DB24-4EB2-96B4-FFB20A02D3FE}" dt="2026-03-23T10:45:13.386" v="3" actId="478"/>
          <ac:cxnSpMkLst>
            <pc:docMk/>
            <pc:sldMk cId="584521698" sldId="259"/>
            <ac:cxnSpMk id="17" creationId="{414247FA-FC08-C026-2B63-40409D1EF679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25" creationId="{F0C71F77-2520-CB57-8941-EF8804A43F0C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26" creationId="{7722AB01-6422-AEC6-B468-1351AB303574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27" creationId="{575CDA08-373C-912C-1D1D-62C701DF186D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28" creationId="{20A8A0FD-4CA7-60A8-CE72-98F717A6EDF5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29" creationId="{BE71E009-1217-CDCC-08B9-A016AAB41793}"/>
          </ac:cxnSpMkLst>
        </pc:cxnChg>
        <pc:cxnChg chg="add mod">
          <ac:chgData name="poke 953" userId="c913613eb4ac0ae9" providerId="LiveId" clId="{A7549AF2-DB24-4EB2-96B4-FFB20A02D3FE}" dt="2026-03-23T10:45:14.098" v="4"/>
          <ac:cxnSpMkLst>
            <pc:docMk/>
            <pc:sldMk cId="584521698" sldId="259"/>
            <ac:cxnSpMk id="31" creationId="{E04F1D7F-B8DB-B074-5E99-5F1E29A3C50C}"/>
          </ac:cxnSpMkLst>
        </pc:cxnChg>
      </pc:sldChg>
      <pc:sldChg chg="del">
        <pc:chgData name="poke 953" userId="c913613eb4ac0ae9" providerId="LiveId" clId="{A7549AF2-DB24-4EB2-96B4-FFB20A02D3FE}" dt="2026-03-23T10:45:46.346" v="9" actId="47"/>
        <pc:sldMkLst>
          <pc:docMk/>
          <pc:sldMk cId="1676052078" sldId="260"/>
        </pc:sldMkLst>
      </pc:sldChg>
      <pc:sldChg chg="modSp mod">
        <pc:chgData name="poke 953" userId="c913613eb4ac0ae9" providerId="LiveId" clId="{A7549AF2-DB24-4EB2-96B4-FFB20A02D3FE}" dt="2026-03-24T17:45:29.414" v="515" actId="20577"/>
        <pc:sldMkLst>
          <pc:docMk/>
          <pc:sldMk cId="3556524927" sldId="261"/>
        </pc:sldMkLst>
        <pc:spChg chg="mod">
          <ac:chgData name="poke 953" userId="c913613eb4ac0ae9" providerId="LiveId" clId="{A7549AF2-DB24-4EB2-96B4-FFB20A02D3FE}" dt="2026-03-23T11:12:53.293" v="68" actId="20577"/>
          <ac:spMkLst>
            <pc:docMk/>
            <pc:sldMk cId="3556524927" sldId="261"/>
            <ac:spMk id="2" creationId="{5D39E20B-EE24-1DBB-C4FB-ABE45F7FCF8E}"/>
          </ac:spMkLst>
        </pc:spChg>
        <pc:spChg chg="mod">
          <ac:chgData name="poke 953" userId="c913613eb4ac0ae9" providerId="LiveId" clId="{A7549AF2-DB24-4EB2-96B4-FFB20A02D3FE}" dt="2026-03-24T17:45:29.414" v="515" actId="20577"/>
          <ac:spMkLst>
            <pc:docMk/>
            <pc:sldMk cId="3556524927" sldId="261"/>
            <ac:spMk id="3" creationId="{D654BA91-BAEA-6714-9F84-0F10234AA0BD}"/>
          </ac:spMkLst>
        </pc:spChg>
      </pc:sldChg>
      <pc:sldChg chg="del">
        <pc:chgData name="poke 953" userId="c913613eb4ac0ae9" providerId="LiveId" clId="{A7549AF2-DB24-4EB2-96B4-FFB20A02D3FE}" dt="2026-03-23T10:46:03.989" v="10" actId="47"/>
        <pc:sldMkLst>
          <pc:docMk/>
          <pc:sldMk cId="1281333838" sldId="262"/>
        </pc:sldMkLst>
      </pc:sldChg>
      <pc:sldChg chg="add">
        <pc:chgData name="poke 953" userId="c913613eb4ac0ae9" providerId="LiveId" clId="{A7549AF2-DB24-4EB2-96B4-FFB20A02D3FE}" dt="2026-03-23T10:46:14.732" v="11"/>
        <pc:sldMkLst>
          <pc:docMk/>
          <pc:sldMk cId="3481839793" sldId="26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FB3462-AC7E-433A-8CF8-798B8CC86C6F}" type="datetimeFigureOut">
              <a:rPr lang="fr-FR" smtClean="0"/>
              <a:t>04/05/2026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97FBB94-5340-471E-94ED-8CA8817528A2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958832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détenue à 65% par CNP Assurances</a:t>
            </a:r>
            <a:endParaRPr lang="fr-FR" sz="1200" b="1" dirty="0">
              <a:solidFill>
                <a:srgbClr val="282727"/>
              </a:solidFill>
              <a:ea typeface="+mn-lt"/>
              <a:cs typeface="+mn-lt"/>
            </a:endParaRPr>
          </a:p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Détenus à 35% par la mutuelle général</a:t>
            </a:r>
          </a:p>
          <a:p>
            <a:pPr marL="457200" marR="0" lvl="1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regroupe 1 300 collaborateurs de La Mutuelle Générale</a:t>
            </a:r>
            <a:endParaRPr lang="fr-FR" sz="1200" dirty="0">
              <a:solidFill>
                <a:srgbClr val="282727"/>
              </a:solidFill>
              <a:ea typeface="+mn-lt"/>
              <a:cs typeface="+mn-lt"/>
            </a:endParaRPr>
          </a:p>
          <a:p>
            <a:pPr lvl="1"/>
            <a:r>
              <a:rPr lang="fr-FR" sz="1200" dirty="0">
                <a:solidFill>
                  <a:srgbClr val="282727"/>
                </a:solidFill>
                <a:ea typeface="+mn-lt"/>
                <a:cs typeface="+mn-lt"/>
              </a:rPr>
              <a:t>Augmentations du chiffres d’affaire de 8,6%</a:t>
            </a:r>
          </a:p>
          <a:p>
            <a:pPr lvl="1"/>
            <a:r>
              <a:rPr lang="fr-FR" dirty="0"/>
              <a:t>Domaine d'activité</a:t>
            </a:r>
            <a:endParaRPr lang="fr-FR" sz="1200" dirty="0">
              <a:solidFill>
                <a:srgbClr val="282727"/>
              </a:solidFill>
              <a:ea typeface="+mn-lt"/>
              <a:cs typeface="+mn-lt"/>
            </a:endParaRPr>
          </a:p>
          <a:p>
            <a:pPr algn="l"/>
            <a:r>
              <a:rPr lang="fr-FR" sz="1200" b="1" dirty="0"/>
              <a:t>Santé:</a:t>
            </a:r>
          </a:p>
          <a:p>
            <a:pPr marL="457200" indent="-457200">
              <a:buFont typeface="Courier New"/>
              <a:buChar char="o"/>
            </a:pPr>
            <a:r>
              <a:rPr lang="fr-FR" sz="1200" dirty="0">
                <a:ea typeface="+mn-lt"/>
                <a:cs typeface="+mn-lt"/>
              </a:rPr>
              <a:t>Complémentaires santé individuelles et collectifs</a:t>
            </a:r>
          </a:p>
          <a:p>
            <a:pPr marL="457200" indent="-457200">
              <a:buFont typeface="Courier New"/>
              <a:buChar char="o"/>
            </a:pPr>
            <a:r>
              <a:rPr lang="fr-FR" sz="1200" dirty="0">
                <a:ea typeface="+mn-lt"/>
                <a:cs typeface="+mn-lt"/>
              </a:rPr>
              <a:t>Couverture des frais médicaux, hospitalisation, soins courants</a:t>
            </a:r>
          </a:p>
          <a:p>
            <a:r>
              <a:rPr lang="fr-FR" sz="1200" b="1" dirty="0">
                <a:ea typeface="+mn-lt"/>
                <a:cs typeface="+mn-lt"/>
              </a:rPr>
              <a:t>Prévoyance:</a:t>
            </a:r>
          </a:p>
          <a:p>
            <a:pPr marL="457200" indent="-457200">
              <a:buFont typeface="Courier New"/>
              <a:buChar char="o"/>
            </a:pPr>
            <a:r>
              <a:rPr lang="fr-FR" sz="1200" dirty="0">
                <a:ea typeface="+mn-lt"/>
                <a:cs typeface="+mn-lt"/>
              </a:rPr>
              <a:t>Prévoyance individuelle et collective 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985EDB-9CB5-4924-892C-CEAA459BBE1E}" type="slidenum">
              <a:rPr lang="fr-FR" smtClean="0"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021875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Qu'est-ce que j'ai fait durant mon stage?</a:t>
            </a:r>
          </a:p>
          <a:p>
            <a:r>
              <a:rPr lang="fr-FR" dirty="0"/>
              <a:t>2 jours à l'entreprise et 3 jours en télétravail</a:t>
            </a:r>
          </a:p>
          <a:p>
            <a:r>
              <a:rPr lang="fr-FR" dirty="0"/>
              <a:t>Lecture de documentation puis en faire la synthèse pour montrer que j'ai bien compris les concept utiliser(par exemple les PFI)</a:t>
            </a:r>
          </a:p>
          <a:p>
            <a:r>
              <a:rPr lang="fr-FR" dirty="0"/>
              <a:t>Explication des programmes utiliser dans l'entreprises (azure </a:t>
            </a:r>
            <a:r>
              <a:rPr lang="fr-FR" dirty="0" err="1"/>
              <a:t>Devops</a:t>
            </a:r>
            <a:r>
              <a:rPr lang="fr-FR" dirty="0"/>
              <a:t>, les API)</a:t>
            </a:r>
          </a:p>
          <a:p>
            <a:r>
              <a:rPr lang="fr-FR" dirty="0"/>
              <a:t>Découvertes d'autres services</a:t>
            </a:r>
          </a:p>
          <a:p>
            <a:r>
              <a:rPr lang="fr-FR" dirty="0"/>
              <a:t>Projet d'export data confié qui a duré pendant l'ensemble de mon stage</a:t>
            </a:r>
          </a:p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FBB94-5340-471E-94ED-8CA8817528A2}" type="slidenum">
              <a:rPr lang="fr-FR" smtClean="0"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397110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Accueil + ambiance d’équipe</a:t>
            </a:r>
          </a:p>
          <a:p>
            <a:r>
              <a:rPr lang="fr-FR" dirty="0"/>
              <a:t>Beaucoup appris sur l’ambiance d’entreprise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97FBB94-5340-471E-94ED-8CA8817528A2}" type="slidenum">
              <a:rPr lang="fr-FR" smtClean="0"/>
              <a:t>5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753867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301923" y="1122363"/>
            <a:ext cx="7588155" cy="2621154"/>
          </a:xfrm>
        </p:spPr>
        <p:txBody>
          <a:bodyPr anchor="b">
            <a:normAutofit/>
          </a:bodyPr>
          <a:lstStyle>
            <a:lvl1pPr algn="ctr"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301923" y="3843708"/>
            <a:ext cx="7588155" cy="1414091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28FA71-3A18-48C0-980F-4B68F7F63042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7786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C1210E-201E-4473-82AC-2466F5386C38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7910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1D06AF-EF87-8489-2C82-DEB90B7EFE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3381" y="553616"/>
            <a:ext cx="8273140" cy="4008859"/>
          </a:xfrm>
        </p:spPr>
        <p:txBody>
          <a:bodyPr anchor="t">
            <a:norm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8E5678-CA38-1318-9EA2-5E0A4F9A59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3380" y="4589463"/>
            <a:ext cx="8273140" cy="1384617"/>
          </a:xfrm>
        </p:spPr>
        <p:txBody>
          <a:bodyPr anchor="b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E99186-7E5A-60AF-DE69-5C7DA7161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EA198-6CAB-4B8F-B93F-1F9C8C4B6CE7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FA13D1-1FBA-E820-323B-77B41F1A6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39BE85-85F6-4636-C651-D87CC969A4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16406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741152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2E861E-DFBA-B4AA-9356-CDE3D3F57C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12648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1D7538-EC5A-3EE7-176F-A58920C5079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06041F-4525-44D5-AA4F-332294BF1F56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05192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547396"/>
            <a:ext cx="10745788" cy="114329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600" y="1685735"/>
            <a:ext cx="5157787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DA52B0-7419-A946-4523-6D34BCAD26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600" y="2386894"/>
            <a:ext cx="5157787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5735"/>
            <a:ext cx="5183188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20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BAE980-E611-98B5-04E9-DE4584B0E33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199" y="2386894"/>
            <a:ext cx="5183189" cy="37650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57091-BBDF-4EB9-BA6B-2BB67AC4FC0F}" type="datetime1">
              <a:rPr lang="en-US" smtClean="0"/>
              <a:t>5/4/2026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8772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6B226B-77A6-410C-9796-083F278E0125}" type="datetime1">
              <a:rPr lang="en-US" smtClean="0"/>
              <a:t>5/4/2026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0218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3A578B-D289-4C40-8593-3D356C49DA58}" type="datetime1">
              <a:rPr lang="en-US" smtClean="0"/>
              <a:t>5/4/2026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560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0C37F-77BE-E128-4248-D001C39E79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7160" y="553616"/>
            <a:ext cx="3595634" cy="1757505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3B20A8-A604-C977-02C0-083BA86634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34708" y="553616"/>
            <a:ext cx="6279741" cy="548640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C0EEBFB-2026-6A35-33ED-F008376B67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7160" y="2311121"/>
            <a:ext cx="3595634" cy="3728895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F05638-7A56-469A-825A-1DFA600254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DFAE3-14DB-48A7-A80F-80DDB072CE3D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C85A215-184B-2105-0279-ED02F6445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C7CA46-892B-253A-3A28-7414E17B83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1143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06A09-98CF-FAC2-3708-AECC4360C6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4360" y="557784"/>
            <a:ext cx="3595634" cy="2212313"/>
          </a:xfrm>
        </p:spPr>
        <p:txBody>
          <a:bodyPr anchor="t">
            <a:normAutofit/>
          </a:bodyPr>
          <a:lstStyle>
            <a:lvl1pPr>
              <a:defRPr sz="28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571C769-CEC8-962A-01E6-15B0E056791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063319" y="657103"/>
            <a:ext cx="6483687" cy="555590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32C4A61-EF2A-C5A5-B150-4448600B393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09601" y="2826137"/>
            <a:ext cx="3585586" cy="3434638"/>
          </a:xfrm>
        </p:spPr>
        <p:txBody>
          <a:bodyPr anchor="b"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20B235E-39C7-4C78-20EF-DB48ECD9CB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C5EAEF-6478-4102-8F5D-A5FE9FC97ACB}" type="datetime1">
              <a:rPr lang="en-US" smtClean="0"/>
              <a:t>5/4/2026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DC75DA-9A78-9AB9-7171-95A08CC51C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EFE1A03-DCCB-53C7-DBFE-2AD55C9059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51829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4E956D-CB73-C986-F100-46487310D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515600" cy="1132258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E423E6A-A07C-BF0D-EA30-9A8A854E48F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12648" y="1680898"/>
            <a:ext cx="10515600" cy="44960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DC9908-8F95-8DFC-72CC-158552B56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04EDB3-C0E8-45F8-9E1D-1B6C8D1880C0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26C9BE-9060-50CB-2BB7-07307FF89A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84A835B-97D3-BC22-F0B8-4986D46362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71401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85B0252-346C-F6F4-3642-19F571550D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634888" y="578497"/>
            <a:ext cx="2047037" cy="5598466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98DA36-7351-9D6A-518B-678AB8A50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578497"/>
            <a:ext cx="8796688" cy="559846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46BDFF-D746-836C-04B8-CA89AD5D14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F0EC4B-54ED-4041-B552-9BA760FA3DBA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9AA929-A9E6-FF9C-0C59-177F892D6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16D893-7E81-90DC-4139-7687B39C3A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5446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2647" y="1715532"/>
            <a:ext cx="10653579" cy="459382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37160" y="6453002"/>
            <a:ext cx="34943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/>
                </a:solidFill>
              </a:defRPr>
            </a:lvl1pPr>
          </a:lstStyle>
          <a:p>
            <a:fld id="{67F45AC6-C491-4585-A584-9CE2AF7D5500}" type="datetime1">
              <a:rPr lang="en-US" smtClean="0"/>
              <a:t>5/4/2026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8876521" y="6453002"/>
            <a:ext cx="280540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632162" y="6453002"/>
            <a:ext cx="42920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/>
                </a:solidFill>
              </a:defRPr>
            </a:lvl1pPr>
          </a:lstStyle>
          <a:p>
            <a:fld id="{CC057153-B650-4DEB-B370-79DDCFDCE934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04577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1" r:id="rId1"/>
    <p:sldLayoutId id="2147483670" r:id="rId2"/>
    <p:sldLayoutId id="2147483669" r:id="rId3"/>
    <p:sldLayoutId id="2147483668" r:id="rId4"/>
    <p:sldLayoutId id="2147483667" r:id="rId5"/>
    <p:sldLayoutId id="2147483666" r:id="rId6"/>
    <p:sldLayoutId id="2147483665" r:id="rId7"/>
    <p:sldLayoutId id="2147483664" r:id="rId8"/>
    <p:sldLayoutId id="2147483663" r:id="rId9"/>
    <p:sldLayoutId id="2147483662" r:id="rId10"/>
    <p:sldLayoutId id="21474836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5AB5C7EE-A919-646B-4F86-BACCBC52D9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 6" descr="Une image contenant texte, Graphique, logo, Police&#10;&#10;Le contenu généré par l’IA peut être incorrect.">
            <a:extLst>
              <a:ext uri="{FF2B5EF4-FFF2-40B4-BE49-F238E27FC236}">
                <a16:creationId xmlns:a16="http://schemas.microsoft.com/office/drawing/2014/main" id="{817B14CB-F517-2354-C706-4F1E24537EE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3549" y="574131"/>
            <a:ext cx="6858544" cy="5709738"/>
          </a:xfrm>
          <a:prstGeom prst="rect">
            <a:avLst/>
          </a:prstGeom>
        </p:spPr>
      </p:pic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8388642" y="1104181"/>
            <a:ext cx="3406543" cy="2779731"/>
          </a:xfrm>
        </p:spPr>
        <p:txBody>
          <a:bodyPr>
            <a:normAutofit/>
          </a:bodyPr>
          <a:lstStyle/>
          <a:p>
            <a:r>
              <a:rPr lang="fr-FR" sz="3600" dirty="0"/>
              <a:t>Stage de 1ère année en BTS SIO SLAM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8388643" y="3901164"/>
            <a:ext cx="3406542" cy="1542104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fr-FR" b="1" i="1" dirty="0"/>
              <a:t>LA CNP Assurance protection social</a:t>
            </a:r>
          </a:p>
        </p:txBody>
      </p:sp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7470D390-F084-B05F-FB5C-8761342F83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1999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91D25942-5DF9-0615-A383-ED35455BF009}"/>
              </a:ext>
            </a:extLst>
          </p:cNvPr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lt1">
              <a:alpha val="25000"/>
            </a:schemeClr>
          </a:solidFill>
          <a:effectLst>
            <a:outerShdw blurRad="50800" dist="50800" dir="5400000" sx="1000" sy="1000" algn="ctr" rotWithShape="0">
              <a:srgbClr val="000000">
                <a:alpha val="99000"/>
              </a:srgbClr>
            </a:outerShdw>
            <a:reflection stA="95000" endPos="0" dist="50800" dir="5400000" sy="-100000" algn="bl" rotWithShape="0"/>
            <a:softEdge rad="31750"/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2" name="Titre 1">
            <a:extLst>
              <a:ext uri="{FF2B5EF4-FFF2-40B4-BE49-F238E27FC236}">
                <a16:creationId xmlns:a16="http://schemas.microsoft.com/office/drawing/2014/main" id="{740ACF3C-B2D9-532F-C66D-85A75663C6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Présentation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945BE91C-4C09-6560-3210-225079A569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Date de création : </a:t>
            </a:r>
            <a:r>
              <a:rPr lang="fr-FR" sz="28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1</a:t>
            </a:r>
            <a:r>
              <a:rPr lang="fr-FR" sz="2800" b="1" baseline="30000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er</a:t>
            </a:r>
            <a:r>
              <a:rPr lang="fr-FR" sz="28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janvier 2025</a:t>
            </a: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Fusion CNP Assurance et de La Mutuelle Générale</a:t>
            </a: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Statut : </a:t>
            </a:r>
            <a:r>
              <a:rPr lang="fr-FR" sz="2800" b="1" dirty="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SA à conseil d'administration (S.A.I.)</a:t>
            </a: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Chef d'entreprise :</a:t>
            </a:r>
            <a:r>
              <a:rPr lang="fr-FR" sz="2800" b="1" i="0" dirty="0">
                <a:effectLst/>
                <a:latin typeface="Arial" panose="020B0604020202020204" pitchFamily="34" charset="0"/>
                <a:cs typeface="Arial" panose="020B0604020202020204" pitchFamily="34" charset="0"/>
              </a:rPr>
              <a:t> Christophe Harrigan</a:t>
            </a:r>
            <a:endParaRPr lang="fr-FR" sz="28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Chiffres d'affaires:39,1 Md</a:t>
            </a:r>
          </a:p>
          <a:p>
            <a:pPr lvl="1"/>
            <a:r>
              <a:rPr lang="fr-FR" sz="2800" b="1" dirty="0">
                <a:latin typeface="Arial" panose="020B0604020202020204" pitchFamily="34" charset="0"/>
                <a:cs typeface="Arial" panose="020B0604020202020204" pitchFamily="34" charset="0"/>
              </a:rPr>
              <a:t>11 rue Brillat savarin,13 arrondissement de paris </a:t>
            </a:r>
            <a:endParaRPr lang="fr-FR" sz="32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/>
            <a:endParaRPr lang="fr-FR" sz="12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31244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re 1">
            <a:extLst>
              <a:ext uri="{FF2B5EF4-FFF2-40B4-BE49-F238E27FC236}">
                <a16:creationId xmlns:a16="http://schemas.microsoft.com/office/drawing/2014/main" id="{510274DC-1903-1CF4-1656-7A38AF810A1E}"/>
              </a:ext>
            </a:extLst>
          </p:cNvPr>
          <p:cNvSpPr txBox="1">
            <a:spLocks/>
          </p:cNvSpPr>
          <p:nvPr/>
        </p:nvSpPr>
        <p:spPr>
          <a:xfrm>
            <a:off x="612648" y="548640"/>
            <a:ext cx="10653578" cy="113225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600" b="1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fr-FR"/>
              <a:t>Mon stage</a:t>
            </a:r>
            <a:br>
              <a:rPr lang="fr-FR"/>
            </a:br>
            <a:r>
              <a:rPr lang="fr-FR" sz="2000"/>
              <a:t> Organigramme d'entreprise </a:t>
            </a:r>
            <a:endParaRPr lang="fr-FR" sz="2000" b="0"/>
          </a:p>
          <a:p>
            <a:pPr algn="ctr"/>
            <a:endParaRPr lang="fr-FR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08CE3D1-06CB-E4CC-9949-427DC8B5B99D}"/>
              </a:ext>
            </a:extLst>
          </p:cNvPr>
          <p:cNvSpPr/>
          <p:nvPr/>
        </p:nvSpPr>
        <p:spPr>
          <a:xfrm>
            <a:off x="4930627" y="223709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/>
              <a:t>DSI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5504AAE-F4A5-8EF9-061A-310B48D74CF4}"/>
              </a:ext>
            </a:extLst>
          </p:cNvPr>
          <p:cNvSpPr/>
          <p:nvPr/>
        </p:nvSpPr>
        <p:spPr>
          <a:xfrm>
            <a:off x="9718286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ARCHITECTURES D'ENTREPRISES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7A60E84-9785-6DB5-4B60-89492BE2BEB1}"/>
              </a:ext>
            </a:extLst>
          </p:cNvPr>
          <p:cNvSpPr/>
          <p:nvPr/>
        </p:nvSpPr>
        <p:spPr>
          <a:xfrm>
            <a:off x="7360400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CYBERSECURITE 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0F98BCC-1204-FBA5-35C1-FFC2B1A33165}"/>
              </a:ext>
            </a:extLst>
          </p:cNvPr>
          <p:cNvSpPr/>
          <p:nvPr/>
        </p:nvSpPr>
        <p:spPr>
          <a:xfrm>
            <a:off x="4951187" y="337290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OPERATION DES SYSTÈME INFORMATIQUE 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75F96745-7FEF-FD4B-D974-815AC385C719}"/>
              </a:ext>
            </a:extLst>
          </p:cNvPr>
          <p:cNvSpPr/>
          <p:nvPr/>
        </p:nvSpPr>
        <p:spPr>
          <a:xfrm>
            <a:off x="2644627" y="3372901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 dirty="0"/>
              <a:t>SERVICES CLIENTS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E7DCDB7-047F-0CE6-BF01-98DD7B29C22A}"/>
              </a:ext>
            </a:extLst>
          </p:cNvPr>
          <p:cNvSpPr/>
          <p:nvPr/>
        </p:nvSpPr>
        <p:spPr>
          <a:xfrm>
            <a:off x="416135" y="3372900"/>
            <a:ext cx="2008261" cy="51274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40" tIns="45720" rIns="91440" bIns="45720" rtlCol="0" anchor="ctr"/>
          <a:lstStyle/>
          <a:p>
            <a:pPr algn="ctr"/>
            <a:r>
              <a:rPr lang="fr-FR" sz="1100"/>
              <a:t>FONCTION CENTRALES/ DATA ET PILOTATGE</a:t>
            </a:r>
          </a:p>
        </p:txBody>
      </p:sp>
      <p:cxnSp>
        <p:nvCxnSpPr>
          <p:cNvPr id="25" name="Connecteur droit avec flèche 24">
            <a:extLst>
              <a:ext uri="{FF2B5EF4-FFF2-40B4-BE49-F238E27FC236}">
                <a16:creationId xmlns:a16="http://schemas.microsoft.com/office/drawing/2014/main" id="{F0C71F77-2520-CB57-8941-EF8804A43F0C}"/>
              </a:ext>
            </a:extLst>
          </p:cNvPr>
          <p:cNvCxnSpPr/>
          <p:nvPr/>
        </p:nvCxnSpPr>
        <p:spPr>
          <a:xfrm flipH="1">
            <a:off x="1778491" y="2554735"/>
            <a:ext cx="3111692" cy="76173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6" name="Connecteur droit avec flèche 25">
            <a:extLst>
              <a:ext uri="{FF2B5EF4-FFF2-40B4-BE49-F238E27FC236}">
                <a16:creationId xmlns:a16="http://schemas.microsoft.com/office/drawing/2014/main" id="{7722AB01-6422-AEC6-B468-1351AB303574}"/>
              </a:ext>
            </a:extLst>
          </p:cNvPr>
          <p:cNvCxnSpPr>
            <a:cxnSpLocks/>
          </p:cNvCxnSpPr>
          <p:nvPr/>
        </p:nvCxnSpPr>
        <p:spPr>
          <a:xfrm flipH="1">
            <a:off x="4035735" y="2784772"/>
            <a:ext cx="998221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Connecteur droit avec flèche 26">
            <a:extLst>
              <a:ext uri="{FF2B5EF4-FFF2-40B4-BE49-F238E27FC236}">
                <a16:creationId xmlns:a16="http://schemas.microsoft.com/office/drawing/2014/main" id="{575CDA08-373C-912C-1D1D-62C701DF186D}"/>
              </a:ext>
            </a:extLst>
          </p:cNvPr>
          <p:cNvCxnSpPr>
            <a:cxnSpLocks/>
          </p:cNvCxnSpPr>
          <p:nvPr/>
        </p:nvCxnSpPr>
        <p:spPr>
          <a:xfrm flipH="1">
            <a:off x="6005434" y="2770396"/>
            <a:ext cx="20561" cy="60358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Connecteur droit avec flèche 27">
            <a:extLst>
              <a:ext uri="{FF2B5EF4-FFF2-40B4-BE49-F238E27FC236}">
                <a16:creationId xmlns:a16="http://schemas.microsoft.com/office/drawing/2014/main" id="{20A8A0FD-4CA7-60A8-CE72-98F717A6EDF5}"/>
              </a:ext>
            </a:extLst>
          </p:cNvPr>
          <p:cNvCxnSpPr>
            <a:cxnSpLocks/>
          </p:cNvCxnSpPr>
          <p:nvPr/>
        </p:nvCxnSpPr>
        <p:spPr>
          <a:xfrm>
            <a:off x="6974900" y="2770394"/>
            <a:ext cx="1345288" cy="54607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9" name="Connecteur droit avec flèche 28">
            <a:extLst>
              <a:ext uri="{FF2B5EF4-FFF2-40B4-BE49-F238E27FC236}">
                <a16:creationId xmlns:a16="http://schemas.microsoft.com/office/drawing/2014/main" id="{BE71E009-1217-CDCC-08B9-A016AAB41793}"/>
              </a:ext>
            </a:extLst>
          </p:cNvPr>
          <p:cNvCxnSpPr>
            <a:cxnSpLocks/>
          </p:cNvCxnSpPr>
          <p:nvPr/>
        </p:nvCxnSpPr>
        <p:spPr>
          <a:xfrm>
            <a:off x="6974899" y="2339074"/>
            <a:ext cx="3588157" cy="9773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0" name="Rectangle 29">
            <a:extLst>
              <a:ext uri="{FF2B5EF4-FFF2-40B4-BE49-F238E27FC236}">
                <a16:creationId xmlns:a16="http://schemas.microsoft.com/office/drawing/2014/main" id="{F6A3FD96-AF1B-D1D9-9771-A01A94A425E1}"/>
              </a:ext>
            </a:extLst>
          </p:cNvPr>
          <p:cNvSpPr/>
          <p:nvPr/>
        </p:nvSpPr>
        <p:spPr>
          <a:xfrm>
            <a:off x="2706168" y="4448919"/>
            <a:ext cx="1994018" cy="826093"/>
          </a:xfrm>
          <a:prstGeom prst="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fr-FR">
                <a:solidFill>
                  <a:srgbClr val="000000"/>
                </a:solidFill>
              </a:rPr>
              <a:t>PFI CIAM</a:t>
            </a:r>
          </a:p>
        </p:txBody>
      </p:sp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E04F1D7F-B8DB-B074-5E99-5F1E29A3C50C}"/>
              </a:ext>
            </a:extLst>
          </p:cNvPr>
          <p:cNvCxnSpPr/>
          <p:nvPr/>
        </p:nvCxnSpPr>
        <p:spPr>
          <a:xfrm>
            <a:off x="3717420" y="3921929"/>
            <a:ext cx="16212" cy="47001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" name="Flèche : droite 31">
            <a:extLst>
              <a:ext uri="{FF2B5EF4-FFF2-40B4-BE49-F238E27FC236}">
                <a16:creationId xmlns:a16="http://schemas.microsoft.com/office/drawing/2014/main" id="{B8E747B8-618D-0D62-CFC6-600128BB8D64}"/>
              </a:ext>
            </a:extLst>
          </p:cNvPr>
          <p:cNvSpPr/>
          <p:nvPr/>
        </p:nvSpPr>
        <p:spPr>
          <a:xfrm>
            <a:off x="1767622" y="4508042"/>
            <a:ext cx="767629" cy="77990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33" name="ZoneTexte 32">
            <a:extLst>
              <a:ext uri="{FF2B5EF4-FFF2-40B4-BE49-F238E27FC236}">
                <a16:creationId xmlns:a16="http://schemas.microsoft.com/office/drawing/2014/main" id="{6CC8CA73-71AB-90B8-5E2A-B980C26BBAF9}"/>
              </a:ext>
            </a:extLst>
          </p:cNvPr>
          <p:cNvSpPr txBox="1"/>
          <p:nvPr/>
        </p:nvSpPr>
        <p:spPr>
          <a:xfrm>
            <a:off x="213644" y="4556944"/>
            <a:ext cx="1528069" cy="6463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/>
              <a:t>J'étais dans cette équipe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D095861-E5D7-96FB-BD81-532D0CFD3981}"/>
              </a:ext>
            </a:extLst>
          </p:cNvPr>
          <p:cNvSpPr/>
          <p:nvPr/>
        </p:nvSpPr>
        <p:spPr>
          <a:xfrm>
            <a:off x="7491816" y="4156938"/>
            <a:ext cx="2973968" cy="2517327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fr-FR" sz="2000" b="1" u="sng" dirty="0"/>
              <a:t>Mon équipe :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fr-FR" sz="1600" dirty="0"/>
              <a:t>3 </a:t>
            </a:r>
            <a:r>
              <a:rPr lang="fr-FR" sz="1600" dirty="0" err="1"/>
              <a:t>Technical</a:t>
            </a:r>
            <a:r>
              <a:rPr lang="fr-FR" sz="1600" dirty="0"/>
              <a:t> leader PFI et CIAM</a:t>
            </a:r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fr-FR" sz="1600" dirty="0"/>
              <a:t>1 Consultant expert</a:t>
            </a:r>
            <a:endParaRPr lang="en-US" sz="1600" dirty="0"/>
          </a:p>
          <a:p>
            <a:pPr algn="ctr">
              <a:lnSpc>
                <a:spcPct val="120000"/>
              </a:lnSpc>
              <a:spcBef>
                <a:spcPts val="1000"/>
              </a:spcBef>
            </a:pPr>
            <a:r>
              <a:rPr lang="fr-FR" sz="1600" dirty="0"/>
              <a:t>1 Responsable de l'équipe PFI et CIAM</a:t>
            </a:r>
            <a:endParaRPr lang="fr-FR" sz="1050" dirty="0"/>
          </a:p>
        </p:txBody>
      </p:sp>
      <p:sp>
        <p:nvSpPr>
          <p:cNvPr id="3" name="Flèche : droite 2">
            <a:extLst>
              <a:ext uri="{FF2B5EF4-FFF2-40B4-BE49-F238E27FC236}">
                <a16:creationId xmlns:a16="http://schemas.microsoft.com/office/drawing/2014/main" id="{D028D9CC-D96B-C117-133B-D07CE764D544}"/>
              </a:ext>
            </a:extLst>
          </p:cNvPr>
          <p:cNvSpPr/>
          <p:nvPr/>
        </p:nvSpPr>
        <p:spPr>
          <a:xfrm>
            <a:off x="5101839" y="4556944"/>
            <a:ext cx="2136449" cy="546071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845216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5D39E20B-EE24-1DBB-C4FB-ABE45F7FC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fr-FR" dirty="0"/>
              <a:t>Journée type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D654BA91-BAEA-6714-9F84-0F10234AA0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12648" y="1825216"/>
            <a:ext cx="11350727" cy="461004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/>
              <a:t>Arriver au bureau à 9h</a:t>
            </a:r>
          </a:p>
          <a:p>
            <a:r>
              <a:rPr lang="fr-FR" dirty="0"/>
              <a:t>Réunion d’équipe 10h15</a:t>
            </a:r>
          </a:p>
          <a:p>
            <a:r>
              <a:rPr lang="fr-FR" dirty="0"/>
              <a:t>Avancement de mon projet en autonomie</a:t>
            </a:r>
          </a:p>
          <a:p>
            <a:r>
              <a:rPr lang="fr-FR" dirty="0"/>
              <a:t>Observation du travail de mes collègues </a:t>
            </a:r>
          </a:p>
          <a:p>
            <a:r>
              <a:rPr lang="fr-FR" dirty="0"/>
              <a:t>Reprises du projet en autonomie</a:t>
            </a:r>
          </a:p>
          <a:p>
            <a:r>
              <a:rPr lang="fr-FR" dirty="0"/>
              <a:t>Départ à 17h</a:t>
            </a:r>
          </a:p>
          <a:p>
            <a:endParaRPr lang="fr-FR" dirty="0"/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5565249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449994" y="2331720"/>
            <a:ext cx="7992967" cy="2194560"/>
          </a:xfrm>
        </p:spPr>
        <p:txBody>
          <a:bodyPr>
            <a:normAutofit/>
          </a:bodyPr>
          <a:lstStyle/>
          <a:p>
            <a:pPr algn="ctr"/>
            <a:r>
              <a:rPr lang="fr-FR" sz="5400" dirty="0"/>
              <a:t>Conclusion</a:t>
            </a:r>
            <a:endParaRPr lang="fr-FR" sz="4000" dirty="0"/>
          </a:p>
        </p:txBody>
      </p:sp>
    </p:spTree>
    <p:extLst>
      <p:ext uri="{BB962C8B-B14F-4D97-AF65-F5344CB8AC3E}">
        <p14:creationId xmlns:p14="http://schemas.microsoft.com/office/powerpoint/2010/main" val="1279622092"/>
      </p:ext>
    </p:extLst>
  </p:cSld>
  <p:clrMapOvr>
    <a:masterClrMapping/>
  </p:clrMapOvr>
</p:sld>
</file>

<file path=ppt/theme/theme1.xml><?xml version="1.0" encoding="utf-8"?>
<a:theme xmlns:a="http://schemas.openxmlformats.org/drawingml/2006/main" name="VanillaVTI">
  <a:themeElements>
    <a:clrScheme name="Vanilla">
      <a:dk1>
        <a:sysClr val="windowText" lastClr="000000"/>
      </a:dk1>
      <a:lt1>
        <a:sysClr val="window" lastClr="FFFFFF"/>
      </a:lt1>
      <a:dk2>
        <a:srgbClr val="2C3932"/>
      </a:dk2>
      <a:lt2>
        <a:srgbClr val="FDF6EA"/>
      </a:lt2>
      <a:accent1>
        <a:srgbClr val="169C9A"/>
      </a:accent1>
      <a:accent2>
        <a:srgbClr val="FA9A42"/>
      </a:accent2>
      <a:accent3>
        <a:srgbClr val="E15C3D"/>
      </a:accent3>
      <a:accent4>
        <a:srgbClr val="E78A67"/>
      </a:accent4>
      <a:accent5>
        <a:srgbClr val="A74B40"/>
      </a:accent5>
      <a:accent6>
        <a:srgbClr val="3D9072"/>
      </a:accent6>
      <a:hlink>
        <a:srgbClr val="169C9A"/>
      </a:hlink>
      <a:folHlink>
        <a:srgbClr val="E15C3D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VanillaVTI" id="{54D376C6-1C9B-4C6B-8F3C-483BB307BB05}" vid="{7690D8A9-C071-45EF-BA7A-F7FA9779B11D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Grand écran</PresentationFormat>
  <Paragraphs>51</Paragraphs>
  <Slides>5</Slides>
  <Notes>3</Notes>
  <HiddenSlides>0</HiddenSlides>
  <MMClips>0</MMClips>
  <ScaleCrop>false</ScaleCrop>
  <HeadingPairs>
    <vt:vector size="6" baseType="variant">
      <vt:variant>
        <vt:lpstr>Polices utilisées</vt:lpstr>
      </vt:variant>
      <vt:variant>
        <vt:i4>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5</vt:i4>
      </vt:variant>
    </vt:vector>
  </HeadingPairs>
  <TitlesOfParts>
    <vt:vector size="10" baseType="lpstr">
      <vt:lpstr>Aptos</vt:lpstr>
      <vt:lpstr>Arial</vt:lpstr>
      <vt:lpstr>Courier New</vt:lpstr>
      <vt:lpstr>Neue Haas Grotesk Text Pro</vt:lpstr>
      <vt:lpstr>VanillaVTI</vt:lpstr>
      <vt:lpstr>Stage de 1ère année en BTS SIO SLAM</vt:lpstr>
      <vt:lpstr>Présentation</vt:lpstr>
      <vt:lpstr>Présentation PowerPoint</vt:lpstr>
      <vt:lpstr>Journée type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Stage de 1ère année en BTS SIO SLAM</dc:title>
  <dc:creator/>
  <cp:lastModifiedBy>poke 953</cp:lastModifiedBy>
  <cp:revision>25</cp:revision>
  <dcterms:created xsi:type="dcterms:W3CDTF">2025-11-15T14:16:45Z</dcterms:created>
  <dcterms:modified xsi:type="dcterms:W3CDTF">2026-05-04T22:05:36Z</dcterms:modified>
</cp:coreProperties>
</file>